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352" r:id="rId3"/>
    <p:sldId id="396" r:id="rId4"/>
    <p:sldId id="397" r:id="rId5"/>
    <p:sldId id="384" r:id="rId6"/>
    <p:sldId id="354" r:id="rId7"/>
    <p:sldId id="378" r:id="rId8"/>
    <p:sldId id="383" r:id="rId9"/>
    <p:sldId id="388" r:id="rId10"/>
    <p:sldId id="376" r:id="rId11"/>
    <p:sldId id="390" r:id="rId12"/>
    <p:sldId id="391" r:id="rId13"/>
    <p:sldId id="392" r:id="rId14"/>
    <p:sldId id="393" r:id="rId15"/>
    <p:sldId id="398" r:id="rId16"/>
    <p:sldId id="399" r:id="rId17"/>
  </p:sldIdLst>
  <p:sldSz cx="12192000" cy="6858000"/>
  <p:notesSz cx="6858000" cy="9144000"/>
  <p:defaultTextStyle>
    <a:defPPr>
      <a:defRPr lang="ar-A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النمط المتوسط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النمط المتوسط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نمط فاتح 3 - تميي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نمط متوسط 1 - تميي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نمط فاتح 2 - تميي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نمط متوسط 1 - تميي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364" autoAdjust="0"/>
  </p:normalViewPr>
  <p:slideViewPr>
    <p:cSldViewPr snapToGrid="0">
      <p:cViewPr varScale="1">
        <p:scale>
          <a:sx n="80" d="100"/>
          <a:sy n="80" d="100"/>
        </p:scale>
        <p:origin x="782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10407E-872E-4321-A66C-F2871141D45D}" type="doc">
      <dgm:prSet loTypeId="urn:microsoft.com/office/officeart/2005/8/layout/chart3" loCatId="cycle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ar-AE"/>
        </a:p>
      </dgm:t>
    </dgm:pt>
    <dgm:pt modelId="{6CC9EBD1-B30B-4FB1-AB0B-A73C4864440C}">
      <dgm:prSet phldrT="[Text]"/>
      <dgm:spPr/>
      <dgm:t>
        <a:bodyPr/>
        <a:lstStyle/>
        <a:p>
          <a:pPr rtl="1"/>
          <a:r>
            <a:rPr lang="en-US" b="0" i="0" dirty="0"/>
            <a:t>need for a culturally-adapted, Arabic-native learning platform</a:t>
          </a:r>
          <a:endParaRPr lang="ar-AE" dirty="0"/>
        </a:p>
      </dgm:t>
    </dgm:pt>
    <dgm:pt modelId="{B51CE64D-8C00-4630-9AEB-1B96ED84CCF5}" type="parTrans" cxnId="{5E19F598-8769-4E0D-8BE0-21CDB37714FE}">
      <dgm:prSet/>
      <dgm:spPr/>
      <dgm:t>
        <a:bodyPr/>
        <a:lstStyle/>
        <a:p>
          <a:pPr rtl="1"/>
          <a:endParaRPr lang="ar-AE"/>
        </a:p>
      </dgm:t>
    </dgm:pt>
    <dgm:pt modelId="{518075C4-E21D-4FC9-AD04-39BA8EF93A33}" type="sibTrans" cxnId="{5E19F598-8769-4E0D-8BE0-21CDB37714FE}">
      <dgm:prSet/>
      <dgm:spPr/>
      <dgm:t>
        <a:bodyPr/>
        <a:lstStyle/>
        <a:p>
          <a:pPr rtl="1"/>
          <a:endParaRPr lang="ar-AE"/>
        </a:p>
      </dgm:t>
    </dgm:pt>
    <dgm:pt modelId="{DE6E8567-D3AD-400B-8957-F27B543E7491}">
      <dgm:prSet phldrT="[Text]"/>
      <dgm:spPr/>
      <dgm:t>
        <a:bodyPr/>
        <a:lstStyle/>
        <a:p>
          <a:pPr rtl="1"/>
          <a:r>
            <a:rPr lang="en-US" b="1" i="0" dirty="0"/>
            <a:t>Django framework</a:t>
          </a:r>
          <a:r>
            <a:rPr lang="en-US" b="0" i="0" dirty="0"/>
            <a:t> and </a:t>
          </a:r>
          <a:r>
            <a:rPr lang="en-US" b="1" i="0" dirty="0"/>
            <a:t>Bootstrap 5</a:t>
          </a:r>
          <a:endParaRPr lang="ar-AE" dirty="0"/>
        </a:p>
      </dgm:t>
    </dgm:pt>
    <dgm:pt modelId="{8D0AE8FB-021C-4E10-8172-E431FD5163ED}" type="parTrans" cxnId="{44615D1B-602D-4B91-BA0E-48EE84D28B97}">
      <dgm:prSet/>
      <dgm:spPr/>
      <dgm:t>
        <a:bodyPr/>
        <a:lstStyle/>
        <a:p>
          <a:pPr rtl="1"/>
          <a:endParaRPr lang="ar-AE"/>
        </a:p>
      </dgm:t>
    </dgm:pt>
    <dgm:pt modelId="{17707AD2-6FA6-4BB5-A1B0-9663A0F64AD9}" type="sibTrans" cxnId="{44615D1B-602D-4B91-BA0E-48EE84D28B97}">
      <dgm:prSet/>
      <dgm:spPr/>
      <dgm:t>
        <a:bodyPr/>
        <a:lstStyle/>
        <a:p>
          <a:pPr rtl="1"/>
          <a:endParaRPr lang="ar-AE"/>
        </a:p>
      </dgm:t>
    </dgm:pt>
    <dgm:pt modelId="{DCC66304-9752-492C-8AC2-76AE1B08A896}">
      <dgm:prSet phldrT="[Text]"/>
      <dgm:spPr/>
      <dgm:t>
        <a:bodyPr/>
        <a:lstStyle/>
        <a:p>
          <a:pPr rtl="1"/>
          <a:r>
            <a:rPr lang="en-US" b="0" i="0" dirty="0"/>
            <a:t>93.3% test pass rate, 1.2 seconds average response time</a:t>
          </a:r>
          <a:endParaRPr lang="ar-AE" dirty="0"/>
        </a:p>
      </dgm:t>
    </dgm:pt>
    <dgm:pt modelId="{DFFA3BEB-6FD4-44A9-B18A-F73490B178CF}" type="parTrans" cxnId="{5AFE6D44-C1D9-4814-8599-E611B5BE2FF6}">
      <dgm:prSet/>
      <dgm:spPr/>
      <dgm:t>
        <a:bodyPr/>
        <a:lstStyle/>
        <a:p>
          <a:pPr rtl="1"/>
          <a:endParaRPr lang="ar-AE"/>
        </a:p>
      </dgm:t>
    </dgm:pt>
    <dgm:pt modelId="{128135CC-2526-47D5-8AF2-74EC3C854DD9}" type="sibTrans" cxnId="{5AFE6D44-C1D9-4814-8599-E611B5BE2FF6}">
      <dgm:prSet/>
      <dgm:spPr/>
      <dgm:t>
        <a:bodyPr/>
        <a:lstStyle/>
        <a:p>
          <a:pPr rtl="1"/>
          <a:endParaRPr lang="ar-AE"/>
        </a:p>
      </dgm:t>
    </dgm:pt>
    <dgm:pt modelId="{B992B665-AA39-4B73-AFEE-E610796F72C3}">
      <dgm:prSet/>
      <dgm:spPr/>
      <dgm:t>
        <a:bodyPr/>
        <a:lstStyle/>
        <a:p>
          <a:pPr rtl="1"/>
          <a:r>
            <a:rPr lang="en-US" b="0" i="0" dirty="0"/>
            <a:t>role-based access control</a:t>
          </a:r>
          <a:endParaRPr lang="en-US" dirty="0">
            <a:effectLst/>
            <a:latin typeface="Times New Roman" panose="02020603050405020304" pitchFamily="18" charset="0"/>
            <a:ea typeface="Arial" panose="020B0604020202020204" pitchFamily="34" charset="0"/>
          </a:endParaRPr>
        </a:p>
      </dgm:t>
    </dgm:pt>
    <dgm:pt modelId="{E9996D01-0196-4BDA-AED2-1131C2415C15}" type="parTrans" cxnId="{CBF6FA52-E611-4BAF-85B9-1718B78403B6}">
      <dgm:prSet/>
      <dgm:spPr/>
      <dgm:t>
        <a:bodyPr/>
        <a:lstStyle/>
        <a:p>
          <a:pPr rtl="1"/>
          <a:endParaRPr lang="ar-AE"/>
        </a:p>
      </dgm:t>
    </dgm:pt>
    <dgm:pt modelId="{A06B9295-2E23-406C-B42F-290B8FE146F3}" type="sibTrans" cxnId="{CBF6FA52-E611-4BAF-85B9-1718B78403B6}">
      <dgm:prSet/>
      <dgm:spPr/>
      <dgm:t>
        <a:bodyPr/>
        <a:lstStyle/>
        <a:p>
          <a:pPr rtl="1"/>
          <a:endParaRPr lang="ar-AE"/>
        </a:p>
      </dgm:t>
    </dgm:pt>
    <dgm:pt modelId="{FBAD658A-78D7-4E7F-890E-C3717E8145CF}">
      <dgm:prSet/>
      <dgm:spPr/>
      <dgm:t>
        <a:bodyPr/>
        <a:lstStyle/>
        <a:p>
          <a:pPr rtl="1"/>
          <a:r>
            <a:rPr lang="en-US" b="0" i="0" dirty="0"/>
            <a:t>Native Arabic interface design,</a:t>
          </a:r>
          <a:endParaRPr lang="en-US" dirty="0">
            <a:effectLst/>
            <a:latin typeface="Times New Roman" panose="02020603050405020304" pitchFamily="18" charset="0"/>
            <a:ea typeface="Arial" panose="020B0604020202020204" pitchFamily="34" charset="0"/>
          </a:endParaRPr>
        </a:p>
      </dgm:t>
    </dgm:pt>
    <dgm:pt modelId="{9AD6C26C-CBA6-4FDC-8369-1841C170B6C5}" type="parTrans" cxnId="{E7A45512-47C4-4EBD-AFF1-171CF2657A08}">
      <dgm:prSet/>
      <dgm:spPr/>
      <dgm:t>
        <a:bodyPr/>
        <a:lstStyle/>
        <a:p>
          <a:pPr rtl="1"/>
          <a:endParaRPr lang="ar-AE"/>
        </a:p>
      </dgm:t>
    </dgm:pt>
    <dgm:pt modelId="{4680FB61-4902-4FA1-82EF-CABEE5DA2C57}" type="sibTrans" cxnId="{E7A45512-47C4-4EBD-AFF1-171CF2657A08}">
      <dgm:prSet/>
      <dgm:spPr/>
      <dgm:t>
        <a:bodyPr/>
        <a:lstStyle/>
        <a:p>
          <a:pPr rtl="1"/>
          <a:endParaRPr lang="ar-AE"/>
        </a:p>
      </dgm:t>
    </dgm:pt>
    <dgm:pt modelId="{15BE28C5-96AF-4D98-89DD-0D6B89BCAE65}">
      <dgm:prSet/>
      <dgm:spPr/>
      <dgm:t>
        <a:bodyPr/>
        <a:lstStyle/>
        <a:p>
          <a:pPr rtl="1"/>
          <a:r>
            <a:rPr lang="en-US" b="0" i="0" dirty="0"/>
            <a:t>integrated certificate workflow</a:t>
          </a:r>
          <a:endParaRPr lang="en-US" dirty="0">
            <a:effectLst/>
            <a:latin typeface="Times New Roman" panose="02020603050405020304" pitchFamily="18" charset="0"/>
            <a:ea typeface="Arial" panose="020B0604020202020204" pitchFamily="34" charset="0"/>
          </a:endParaRPr>
        </a:p>
      </dgm:t>
    </dgm:pt>
    <dgm:pt modelId="{E1CB7A7D-EC97-4787-A836-FEA5C339FEC7}" type="parTrans" cxnId="{6C9479F7-B2F1-4B62-9DC3-1F43433E41C8}">
      <dgm:prSet/>
      <dgm:spPr/>
      <dgm:t>
        <a:bodyPr/>
        <a:lstStyle/>
        <a:p>
          <a:pPr rtl="1"/>
          <a:endParaRPr lang="ar-AE"/>
        </a:p>
      </dgm:t>
    </dgm:pt>
    <dgm:pt modelId="{C7A341A6-47EE-4177-80E6-0D27514F8BA6}" type="sibTrans" cxnId="{6C9479F7-B2F1-4B62-9DC3-1F43433E41C8}">
      <dgm:prSet/>
      <dgm:spPr/>
      <dgm:t>
        <a:bodyPr/>
        <a:lstStyle/>
        <a:p>
          <a:pPr rtl="1"/>
          <a:endParaRPr lang="ar-AE"/>
        </a:p>
      </dgm:t>
    </dgm:pt>
    <dgm:pt modelId="{5B04C24F-7792-4A8C-AD20-D4DE94573C97}" type="pres">
      <dgm:prSet presAssocID="{D710407E-872E-4321-A66C-F2871141D45D}" presName="compositeShape" presStyleCnt="0">
        <dgm:presLayoutVars>
          <dgm:chMax val="7"/>
          <dgm:dir/>
          <dgm:resizeHandles val="exact"/>
        </dgm:presLayoutVars>
      </dgm:prSet>
      <dgm:spPr/>
    </dgm:pt>
    <dgm:pt modelId="{975EE6FB-9CC8-4F6E-9446-F82EC9E36899}" type="pres">
      <dgm:prSet presAssocID="{D710407E-872E-4321-A66C-F2871141D45D}" presName="wedge1" presStyleLbl="node1" presStyleIdx="0" presStyleCnt="6"/>
      <dgm:spPr/>
    </dgm:pt>
    <dgm:pt modelId="{62B59A0E-D425-4056-8E05-573B32C684A9}" type="pres">
      <dgm:prSet presAssocID="{D710407E-872E-4321-A66C-F2871141D45D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B65ECF67-3A0C-452E-9B0C-B480044B682A}" type="pres">
      <dgm:prSet presAssocID="{D710407E-872E-4321-A66C-F2871141D45D}" presName="wedge2" presStyleLbl="node1" presStyleIdx="1" presStyleCnt="6"/>
      <dgm:spPr/>
    </dgm:pt>
    <dgm:pt modelId="{5F7875F8-78F6-4E15-830A-6F37D5B45FB9}" type="pres">
      <dgm:prSet presAssocID="{D710407E-872E-4321-A66C-F2871141D45D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9EDA96E4-B672-4C76-984D-62FED486A4F9}" type="pres">
      <dgm:prSet presAssocID="{D710407E-872E-4321-A66C-F2871141D45D}" presName="wedge3" presStyleLbl="node1" presStyleIdx="2" presStyleCnt="6"/>
      <dgm:spPr/>
    </dgm:pt>
    <dgm:pt modelId="{6BEC2BC8-8AB7-4245-ACF3-C770D4E04AD0}" type="pres">
      <dgm:prSet presAssocID="{D710407E-872E-4321-A66C-F2871141D45D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C9C09347-532A-4305-A616-91CBBBD4535C}" type="pres">
      <dgm:prSet presAssocID="{D710407E-872E-4321-A66C-F2871141D45D}" presName="wedge4" presStyleLbl="node1" presStyleIdx="3" presStyleCnt="6"/>
      <dgm:spPr/>
    </dgm:pt>
    <dgm:pt modelId="{449EB10D-E48E-4352-8395-2C4E45269F15}" type="pres">
      <dgm:prSet presAssocID="{D710407E-872E-4321-A66C-F2871141D45D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02A3B64-9ED4-4AA2-9140-A4BFCC70AF88}" type="pres">
      <dgm:prSet presAssocID="{D710407E-872E-4321-A66C-F2871141D45D}" presName="wedge5" presStyleLbl="node1" presStyleIdx="4" presStyleCnt="6"/>
      <dgm:spPr/>
    </dgm:pt>
    <dgm:pt modelId="{6651D535-6271-45D9-8E27-15E07D535B51}" type="pres">
      <dgm:prSet presAssocID="{D710407E-872E-4321-A66C-F2871141D45D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BECC10A6-E4E8-4B54-8979-7B2C0C98B3FF}" type="pres">
      <dgm:prSet presAssocID="{D710407E-872E-4321-A66C-F2871141D45D}" presName="wedge6" presStyleLbl="node1" presStyleIdx="5" presStyleCnt="6"/>
      <dgm:spPr/>
    </dgm:pt>
    <dgm:pt modelId="{75231FB3-44B9-4FD9-94AD-02C5D9E3C452}" type="pres">
      <dgm:prSet presAssocID="{D710407E-872E-4321-A66C-F2871141D45D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F06C202-F186-41C5-8B4E-A737FE7B0280}" type="presOf" srcId="{FBAD658A-78D7-4E7F-890E-C3717E8145CF}" destId="{449EB10D-E48E-4352-8395-2C4E45269F15}" srcOrd="1" destOrd="0" presId="urn:microsoft.com/office/officeart/2005/8/layout/chart3"/>
    <dgm:cxn modelId="{E7A45512-47C4-4EBD-AFF1-171CF2657A08}" srcId="{D710407E-872E-4321-A66C-F2871141D45D}" destId="{FBAD658A-78D7-4E7F-890E-C3717E8145CF}" srcOrd="3" destOrd="0" parTransId="{9AD6C26C-CBA6-4FDC-8369-1841C170B6C5}" sibTransId="{4680FB61-4902-4FA1-82EF-CABEE5DA2C57}"/>
    <dgm:cxn modelId="{44615D1B-602D-4B91-BA0E-48EE84D28B97}" srcId="{D710407E-872E-4321-A66C-F2871141D45D}" destId="{DE6E8567-D3AD-400B-8957-F27B543E7491}" srcOrd="1" destOrd="0" parTransId="{8D0AE8FB-021C-4E10-8172-E431FD5163ED}" sibTransId="{17707AD2-6FA6-4BB5-A1B0-9663A0F64AD9}"/>
    <dgm:cxn modelId="{5EABE225-1DFA-4220-8CB1-A08FCA51B66E}" type="presOf" srcId="{DCC66304-9752-492C-8AC2-76AE1B08A896}" destId="{9EDA96E4-B672-4C76-984D-62FED486A4F9}" srcOrd="0" destOrd="0" presId="urn:microsoft.com/office/officeart/2005/8/layout/chart3"/>
    <dgm:cxn modelId="{D23E9629-9F49-4460-868F-64F3532240E5}" type="presOf" srcId="{B992B665-AA39-4B73-AFEE-E610796F72C3}" destId="{6651D535-6271-45D9-8E27-15E07D535B51}" srcOrd="1" destOrd="0" presId="urn:microsoft.com/office/officeart/2005/8/layout/chart3"/>
    <dgm:cxn modelId="{127C4C5E-5C0A-4D1B-89C5-F59814864412}" type="presOf" srcId="{6CC9EBD1-B30B-4FB1-AB0B-A73C4864440C}" destId="{975EE6FB-9CC8-4F6E-9446-F82EC9E36899}" srcOrd="0" destOrd="0" presId="urn:microsoft.com/office/officeart/2005/8/layout/chart3"/>
    <dgm:cxn modelId="{2D01575F-8B4F-4250-8E5C-57A22863D61F}" type="presOf" srcId="{FBAD658A-78D7-4E7F-890E-C3717E8145CF}" destId="{C9C09347-532A-4305-A616-91CBBBD4535C}" srcOrd="0" destOrd="0" presId="urn:microsoft.com/office/officeart/2005/8/layout/chart3"/>
    <dgm:cxn modelId="{4B903F64-654D-4EBB-B8BF-9B9B36E11972}" type="presOf" srcId="{15BE28C5-96AF-4D98-89DD-0D6B89BCAE65}" destId="{75231FB3-44B9-4FD9-94AD-02C5D9E3C452}" srcOrd="1" destOrd="0" presId="urn:microsoft.com/office/officeart/2005/8/layout/chart3"/>
    <dgm:cxn modelId="{5AFE6D44-C1D9-4814-8599-E611B5BE2FF6}" srcId="{D710407E-872E-4321-A66C-F2871141D45D}" destId="{DCC66304-9752-492C-8AC2-76AE1B08A896}" srcOrd="2" destOrd="0" parTransId="{DFFA3BEB-6FD4-44A9-B18A-F73490B178CF}" sibTransId="{128135CC-2526-47D5-8AF2-74EC3C854DD9}"/>
    <dgm:cxn modelId="{13AC534E-7436-4A13-B15B-0487665844F9}" type="presOf" srcId="{D710407E-872E-4321-A66C-F2871141D45D}" destId="{5B04C24F-7792-4A8C-AD20-D4DE94573C97}" srcOrd="0" destOrd="0" presId="urn:microsoft.com/office/officeart/2005/8/layout/chart3"/>
    <dgm:cxn modelId="{CBF6FA52-E611-4BAF-85B9-1718B78403B6}" srcId="{D710407E-872E-4321-A66C-F2871141D45D}" destId="{B992B665-AA39-4B73-AFEE-E610796F72C3}" srcOrd="4" destOrd="0" parTransId="{E9996D01-0196-4BDA-AED2-1131C2415C15}" sibTransId="{A06B9295-2E23-406C-B42F-290B8FE146F3}"/>
    <dgm:cxn modelId="{5557B253-DF29-49F3-9C16-784A6A3DC5B3}" type="presOf" srcId="{15BE28C5-96AF-4D98-89DD-0D6B89BCAE65}" destId="{BECC10A6-E4E8-4B54-8979-7B2C0C98B3FF}" srcOrd="0" destOrd="0" presId="urn:microsoft.com/office/officeart/2005/8/layout/chart3"/>
    <dgm:cxn modelId="{2A2E7855-450C-4A2F-ACD8-DF3905F18D34}" type="presOf" srcId="{DCC66304-9752-492C-8AC2-76AE1B08A896}" destId="{6BEC2BC8-8AB7-4245-ACF3-C770D4E04AD0}" srcOrd="1" destOrd="0" presId="urn:microsoft.com/office/officeart/2005/8/layout/chart3"/>
    <dgm:cxn modelId="{5E19F598-8769-4E0D-8BE0-21CDB37714FE}" srcId="{D710407E-872E-4321-A66C-F2871141D45D}" destId="{6CC9EBD1-B30B-4FB1-AB0B-A73C4864440C}" srcOrd="0" destOrd="0" parTransId="{B51CE64D-8C00-4630-9AEB-1B96ED84CCF5}" sibTransId="{518075C4-E21D-4FC9-AD04-39BA8EF93A33}"/>
    <dgm:cxn modelId="{784A04C2-4E58-4921-886A-908B42295BF5}" type="presOf" srcId="{DE6E8567-D3AD-400B-8957-F27B543E7491}" destId="{B65ECF67-3A0C-452E-9B0C-B480044B682A}" srcOrd="0" destOrd="0" presId="urn:microsoft.com/office/officeart/2005/8/layout/chart3"/>
    <dgm:cxn modelId="{20FC3AD1-2D17-40D4-B761-7BCDA350FA00}" type="presOf" srcId="{6CC9EBD1-B30B-4FB1-AB0B-A73C4864440C}" destId="{62B59A0E-D425-4056-8E05-573B32C684A9}" srcOrd="1" destOrd="0" presId="urn:microsoft.com/office/officeart/2005/8/layout/chart3"/>
    <dgm:cxn modelId="{503850D2-B68D-42A5-A5BE-BAF0BC952ADF}" type="presOf" srcId="{DE6E8567-D3AD-400B-8957-F27B543E7491}" destId="{5F7875F8-78F6-4E15-830A-6F37D5B45FB9}" srcOrd="1" destOrd="0" presId="urn:microsoft.com/office/officeart/2005/8/layout/chart3"/>
    <dgm:cxn modelId="{0CA6ADD2-2532-4747-9D31-32278385B300}" type="presOf" srcId="{B992B665-AA39-4B73-AFEE-E610796F72C3}" destId="{802A3B64-9ED4-4AA2-9140-A4BFCC70AF88}" srcOrd="0" destOrd="0" presId="urn:microsoft.com/office/officeart/2005/8/layout/chart3"/>
    <dgm:cxn modelId="{6C9479F7-B2F1-4B62-9DC3-1F43433E41C8}" srcId="{D710407E-872E-4321-A66C-F2871141D45D}" destId="{15BE28C5-96AF-4D98-89DD-0D6B89BCAE65}" srcOrd="5" destOrd="0" parTransId="{E1CB7A7D-EC97-4787-A836-FEA5C339FEC7}" sibTransId="{C7A341A6-47EE-4177-80E6-0D27514F8BA6}"/>
    <dgm:cxn modelId="{DB1006C9-C3AA-40C2-BB8E-3BCCB67B4C85}" type="presParOf" srcId="{5B04C24F-7792-4A8C-AD20-D4DE94573C97}" destId="{975EE6FB-9CC8-4F6E-9446-F82EC9E36899}" srcOrd="0" destOrd="0" presId="urn:microsoft.com/office/officeart/2005/8/layout/chart3"/>
    <dgm:cxn modelId="{FB7A5E1A-32E6-4DB9-990A-AD9C29FF3DC5}" type="presParOf" srcId="{5B04C24F-7792-4A8C-AD20-D4DE94573C97}" destId="{62B59A0E-D425-4056-8E05-573B32C684A9}" srcOrd="1" destOrd="0" presId="urn:microsoft.com/office/officeart/2005/8/layout/chart3"/>
    <dgm:cxn modelId="{48D9D813-4ACD-435F-95A3-134311CE27FB}" type="presParOf" srcId="{5B04C24F-7792-4A8C-AD20-D4DE94573C97}" destId="{B65ECF67-3A0C-452E-9B0C-B480044B682A}" srcOrd="2" destOrd="0" presId="urn:microsoft.com/office/officeart/2005/8/layout/chart3"/>
    <dgm:cxn modelId="{C9B3D252-FB64-4324-8949-908D1E1494AE}" type="presParOf" srcId="{5B04C24F-7792-4A8C-AD20-D4DE94573C97}" destId="{5F7875F8-78F6-4E15-830A-6F37D5B45FB9}" srcOrd="3" destOrd="0" presId="urn:microsoft.com/office/officeart/2005/8/layout/chart3"/>
    <dgm:cxn modelId="{9894B47D-8EE8-4519-B51D-1E4DBF53CD51}" type="presParOf" srcId="{5B04C24F-7792-4A8C-AD20-D4DE94573C97}" destId="{9EDA96E4-B672-4C76-984D-62FED486A4F9}" srcOrd="4" destOrd="0" presId="urn:microsoft.com/office/officeart/2005/8/layout/chart3"/>
    <dgm:cxn modelId="{B0F2BB25-2FCD-4214-88E9-C604A408AF58}" type="presParOf" srcId="{5B04C24F-7792-4A8C-AD20-D4DE94573C97}" destId="{6BEC2BC8-8AB7-4245-ACF3-C770D4E04AD0}" srcOrd="5" destOrd="0" presId="urn:microsoft.com/office/officeart/2005/8/layout/chart3"/>
    <dgm:cxn modelId="{214C1A8A-B6F5-4129-BDD7-9EBA69D51FB7}" type="presParOf" srcId="{5B04C24F-7792-4A8C-AD20-D4DE94573C97}" destId="{C9C09347-532A-4305-A616-91CBBBD4535C}" srcOrd="6" destOrd="0" presId="urn:microsoft.com/office/officeart/2005/8/layout/chart3"/>
    <dgm:cxn modelId="{FED746DB-34E7-4F49-A104-086DA4C08837}" type="presParOf" srcId="{5B04C24F-7792-4A8C-AD20-D4DE94573C97}" destId="{449EB10D-E48E-4352-8395-2C4E45269F15}" srcOrd="7" destOrd="0" presId="urn:microsoft.com/office/officeart/2005/8/layout/chart3"/>
    <dgm:cxn modelId="{4DA76CD4-178D-48CB-8D23-9A9BAF144A83}" type="presParOf" srcId="{5B04C24F-7792-4A8C-AD20-D4DE94573C97}" destId="{802A3B64-9ED4-4AA2-9140-A4BFCC70AF88}" srcOrd="8" destOrd="0" presId="urn:microsoft.com/office/officeart/2005/8/layout/chart3"/>
    <dgm:cxn modelId="{FB0B7F9F-71E7-4CC4-B546-FB30282615AB}" type="presParOf" srcId="{5B04C24F-7792-4A8C-AD20-D4DE94573C97}" destId="{6651D535-6271-45D9-8E27-15E07D535B51}" srcOrd="9" destOrd="0" presId="urn:microsoft.com/office/officeart/2005/8/layout/chart3"/>
    <dgm:cxn modelId="{5C461A3E-B4BA-4175-B604-277749FBB8F8}" type="presParOf" srcId="{5B04C24F-7792-4A8C-AD20-D4DE94573C97}" destId="{BECC10A6-E4E8-4B54-8979-7B2C0C98B3FF}" srcOrd="10" destOrd="0" presId="urn:microsoft.com/office/officeart/2005/8/layout/chart3"/>
    <dgm:cxn modelId="{B8D097BC-0C2C-4F30-B7C1-F9C169D8D8FB}" type="presParOf" srcId="{5B04C24F-7792-4A8C-AD20-D4DE94573C97}" destId="{75231FB3-44B9-4FD9-94AD-02C5D9E3C452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F46B32-A09C-4496-9982-114779A553F6}" type="doc">
      <dgm:prSet loTypeId="urn:microsoft.com/office/officeart/2005/8/layout/radial6" loCatId="cycle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pPr rtl="1"/>
          <a:endParaRPr lang="ar-AE"/>
        </a:p>
      </dgm:t>
    </dgm:pt>
    <dgm:pt modelId="{6599E6CD-E952-4F3E-B920-634B94066976}">
      <dgm:prSet phldrT="[Text]"/>
      <dgm:spPr/>
      <dgm:t>
        <a:bodyPr/>
        <a:lstStyle/>
        <a:p>
          <a:pPr rtl="1"/>
          <a:r>
            <a:rPr lang="en-US" dirty="0"/>
            <a:t>Scope</a:t>
          </a:r>
          <a:endParaRPr lang="ar-AE" dirty="0"/>
        </a:p>
      </dgm:t>
    </dgm:pt>
    <dgm:pt modelId="{B29CEC79-EFD8-4640-8FC4-AE32CFE2D2DA}" type="parTrans" cxnId="{62EAF463-B180-4805-84D7-AE9D2931C5BF}">
      <dgm:prSet/>
      <dgm:spPr/>
      <dgm:t>
        <a:bodyPr/>
        <a:lstStyle/>
        <a:p>
          <a:pPr rtl="1"/>
          <a:endParaRPr lang="ar-AE"/>
        </a:p>
      </dgm:t>
    </dgm:pt>
    <dgm:pt modelId="{6F082035-67FA-4564-AA00-E4E09BDA48CC}" type="sibTrans" cxnId="{62EAF463-B180-4805-84D7-AE9D2931C5BF}">
      <dgm:prSet/>
      <dgm:spPr/>
      <dgm:t>
        <a:bodyPr/>
        <a:lstStyle/>
        <a:p>
          <a:pPr rtl="1"/>
          <a:endParaRPr lang="ar-AE"/>
        </a:p>
      </dgm:t>
    </dgm:pt>
    <dgm:pt modelId="{CFF1420D-768E-40CB-808D-7D63CE6A7ADC}">
      <dgm:prSet phldrT="[Text]"/>
      <dgm:spPr/>
      <dgm:t>
        <a:bodyPr/>
        <a:lstStyle/>
        <a:p>
          <a:pPr rtl="1"/>
          <a:r>
            <a:rPr lang="en-US" dirty="0"/>
            <a:t>Web-based Platform</a:t>
          </a:r>
          <a:endParaRPr lang="ar-AE" dirty="0"/>
        </a:p>
      </dgm:t>
    </dgm:pt>
    <dgm:pt modelId="{4564127E-E297-46E6-88BF-2A7D13F2F7D7}" type="parTrans" cxnId="{B855D7E7-5104-4F30-BD14-39B6B25EDFDB}">
      <dgm:prSet/>
      <dgm:spPr/>
      <dgm:t>
        <a:bodyPr/>
        <a:lstStyle/>
        <a:p>
          <a:pPr rtl="1"/>
          <a:endParaRPr lang="ar-AE"/>
        </a:p>
      </dgm:t>
    </dgm:pt>
    <dgm:pt modelId="{81169502-80B5-44E6-9A98-3A5263FB1FFD}" type="sibTrans" cxnId="{B855D7E7-5104-4F30-BD14-39B6B25EDFDB}">
      <dgm:prSet/>
      <dgm:spPr/>
      <dgm:t>
        <a:bodyPr/>
        <a:lstStyle/>
        <a:p>
          <a:pPr rtl="1"/>
          <a:endParaRPr lang="ar-AE"/>
        </a:p>
      </dgm:t>
    </dgm:pt>
    <dgm:pt modelId="{9D8A30E9-903A-4165-8426-3BEF2A151801}">
      <dgm:prSet phldrT="[Text]"/>
      <dgm:spPr/>
      <dgm:t>
        <a:bodyPr/>
        <a:lstStyle/>
        <a:p>
          <a:pPr rtl="1"/>
          <a:r>
            <a:rPr lang="en-US" dirty="0"/>
            <a:t>Three user Roles</a:t>
          </a:r>
          <a:endParaRPr lang="ar-AE" dirty="0"/>
        </a:p>
      </dgm:t>
    </dgm:pt>
    <dgm:pt modelId="{880287B1-41A2-4193-AF49-38C794BFDAB8}" type="parTrans" cxnId="{8E4F74BF-3ABB-4407-9946-7E5F0D49615B}">
      <dgm:prSet/>
      <dgm:spPr/>
      <dgm:t>
        <a:bodyPr/>
        <a:lstStyle/>
        <a:p>
          <a:pPr rtl="1"/>
          <a:endParaRPr lang="ar-AE"/>
        </a:p>
      </dgm:t>
    </dgm:pt>
    <dgm:pt modelId="{4BFA961A-140B-4D59-9E05-5393BE2DA770}" type="sibTrans" cxnId="{8E4F74BF-3ABB-4407-9946-7E5F0D49615B}">
      <dgm:prSet/>
      <dgm:spPr/>
      <dgm:t>
        <a:bodyPr/>
        <a:lstStyle/>
        <a:p>
          <a:pPr rtl="1"/>
          <a:endParaRPr lang="ar-AE"/>
        </a:p>
      </dgm:t>
    </dgm:pt>
    <dgm:pt modelId="{1541B71E-A937-4985-9927-492793E2FACD}">
      <dgm:prSet phldrT="[Text]"/>
      <dgm:spPr/>
      <dgm:t>
        <a:bodyPr/>
        <a:lstStyle/>
        <a:p>
          <a:pPr rtl="1"/>
          <a:r>
            <a:rPr lang="en-US" dirty="0"/>
            <a:t>Core Modules</a:t>
          </a:r>
          <a:endParaRPr lang="ar-AE" dirty="0"/>
        </a:p>
      </dgm:t>
    </dgm:pt>
    <dgm:pt modelId="{995FF83A-F762-4CC6-A50E-C30B28E5F908}" type="parTrans" cxnId="{0EC98FC8-E648-4E70-AA14-B43C86BBAD69}">
      <dgm:prSet/>
      <dgm:spPr/>
      <dgm:t>
        <a:bodyPr/>
        <a:lstStyle/>
        <a:p>
          <a:pPr rtl="1"/>
          <a:endParaRPr lang="ar-AE"/>
        </a:p>
      </dgm:t>
    </dgm:pt>
    <dgm:pt modelId="{DEC5A65B-FBFB-4BFF-B072-575D62BD188B}" type="sibTrans" cxnId="{0EC98FC8-E648-4E70-AA14-B43C86BBAD69}">
      <dgm:prSet/>
      <dgm:spPr/>
      <dgm:t>
        <a:bodyPr/>
        <a:lstStyle/>
        <a:p>
          <a:pPr rtl="1"/>
          <a:endParaRPr lang="ar-AE"/>
        </a:p>
      </dgm:t>
    </dgm:pt>
    <dgm:pt modelId="{36CE0F99-386F-4BD3-8511-709C5B7984BA}" type="pres">
      <dgm:prSet presAssocID="{DAF46B32-A09C-4496-9982-114779A553F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5FF72B-7C06-4AC9-95F7-1DA24CF18BDF}" type="pres">
      <dgm:prSet presAssocID="{6599E6CD-E952-4F3E-B920-634B94066976}" presName="centerShape" presStyleLbl="node0" presStyleIdx="0" presStyleCnt="1"/>
      <dgm:spPr/>
    </dgm:pt>
    <dgm:pt modelId="{4EA4FE8F-DBD9-4873-B46F-A7054B1DCFDD}" type="pres">
      <dgm:prSet presAssocID="{CFF1420D-768E-40CB-808D-7D63CE6A7ADC}" presName="node" presStyleLbl="node1" presStyleIdx="0" presStyleCnt="3">
        <dgm:presLayoutVars>
          <dgm:bulletEnabled val="1"/>
        </dgm:presLayoutVars>
      </dgm:prSet>
      <dgm:spPr/>
    </dgm:pt>
    <dgm:pt modelId="{B65E840D-9F49-4783-AC0F-600C81DC87FF}" type="pres">
      <dgm:prSet presAssocID="{CFF1420D-768E-40CB-808D-7D63CE6A7ADC}" presName="dummy" presStyleCnt="0"/>
      <dgm:spPr/>
    </dgm:pt>
    <dgm:pt modelId="{2BF74BA8-78B8-4F79-99AE-C2A442144A8F}" type="pres">
      <dgm:prSet presAssocID="{81169502-80B5-44E6-9A98-3A5263FB1FFD}" presName="sibTrans" presStyleLbl="sibTrans2D1" presStyleIdx="0" presStyleCnt="3"/>
      <dgm:spPr/>
    </dgm:pt>
    <dgm:pt modelId="{D68A55BE-844C-41D5-A65A-DA5D824259BC}" type="pres">
      <dgm:prSet presAssocID="{9D8A30E9-903A-4165-8426-3BEF2A151801}" presName="node" presStyleLbl="node1" presStyleIdx="1" presStyleCnt="3">
        <dgm:presLayoutVars>
          <dgm:bulletEnabled val="1"/>
        </dgm:presLayoutVars>
      </dgm:prSet>
      <dgm:spPr/>
    </dgm:pt>
    <dgm:pt modelId="{2A64073E-33E4-4D07-8005-248162014459}" type="pres">
      <dgm:prSet presAssocID="{9D8A30E9-903A-4165-8426-3BEF2A151801}" presName="dummy" presStyleCnt="0"/>
      <dgm:spPr/>
    </dgm:pt>
    <dgm:pt modelId="{339283E7-E92A-422A-8DAC-FB5FBF4C3A47}" type="pres">
      <dgm:prSet presAssocID="{4BFA961A-140B-4D59-9E05-5393BE2DA770}" presName="sibTrans" presStyleLbl="sibTrans2D1" presStyleIdx="1" presStyleCnt="3"/>
      <dgm:spPr/>
    </dgm:pt>
    <dgm:pt modelId="{308FB230-F46E-43BC-A484-786ADA322C85}" type="pres">
      <dgm:prSet presAssocID="{1541B71E-A937-4985-9927-492793E2FACD}" presName="node" presStyleLbl="node1" presStyleIdx="2" presStyleCnt="3">
        <dgm:presLayoutVars>
          <dgm:bulletEnabled val="1"/>
        </dgm:presLayoutVars>
      </dgm:prSet>
      <dgm:spPr/>
    </dgm:pt>
    <dgm:pt modelId="{F781F78D-3EF1-4CEA-B5AE-7FAB4830B824}" type="pres">
      <dgm:prSet presAssocID="{1541B71E-A937-4985-9927-492793E2FACD}" presName="dummy" presStyleCnt="0"/>
      <dgm:spPr/>
    </dgm:pt>
    <dgm:pt modelId="{31E3A87E-65F1-45F5-A94A-C98F0CD2219D}" type="pres">
      <dgm:prSet presAssocID="{DEC5A65B-FBFB-4BFF-B072-575D62BD188B}" presName="sibTrans" presStyleLbl="sibTrans2D1" presStyleIdx="2" presStyleCnt="3"/>
      <dgm:spPr/>
    </dgm:pt>
  </dgm:ptLst>
  <dgm:cxnLst>
    <dgm:cxn modelId="{3FC8A906-6D08-4ED0-B75E-DF971AD15D83}" type="presOf" srcId="{CFF1420D-768E-40CB-808D-7D63CE6A7ADC}" destId="{4EA4FE8F-DBD9-4873-B46F-A7054B1DCFDD}" srcOrd="0" destOrd="0" presId="urn:microsoft.com/office/officeart/2005/8/layout/radial6"/>
    <dgm:cxn modelId="{2E196323-C002-4035-BD99-CA1A74526099}" type="presOf" srcId="{DAF46B32-A09C-4496-9982-114779A553F6}" destId="{36CE0F99-386F-4BD3-8511-709C5B7984BA}" srcOrd="0" destOrd="0" presId="urn:microsoft.com/office/officeart/2005/8/layout/radial6"/>
    <dgm:cxn modelId="{2852E632-590C-4EEE-BEDF-649F864E9DA0}" type="presOf" srcId="{4BFA961A-140B-4D59-9E05-5393BE2DA770}" destId="{339283E7-E92A-422A-8DAC-FB5FBF4C3A47}" srcOrd="0" destOrd="0" presId="urn:microsoft.com/office/officeart/2005/8/layout/radial6"/>
    <dgm:cxn modelId="{44ED9140-6963-414D-9098-17E37AAC214B}" type="presOf" srcId="{81169502-80B5-44E6-9A98-3A5263FB1FFD}" destId="{2BF74BA8-78B8-4F79-99AE-C2A442144A8F}" srcOrd="0" destOrd="0" presId="urn:microsoft.com/office/officeart/2005/8/layout/radial6"/>
    <dgm:cxn modelId="{390C385C-14EF-4F5E-85CB-1B668432C6EA}" type="presOf" srcId="{DEC5A65B-FBFB-4BFF-B072-575D62BD188B}" destId="{31E3A87E-65F1-45F5-A94A-C98F0CD2219D}" srcOrd="0" destOrd="0" presId="urn:microsoft.com/office/officeart/2005/8/layout/radial6"/>
    <dgm:cxn modelId="{62EAF463-B180-4805-84D7-AE9D2931C5BF}" srcId="{DAF46B32-A09C-4496-9982-114779A553F6}" destId="{6599E6CD-E952-4F3E-B920-634B94066976}" srcOrd="0" destOrd="0" parTransId="{B29CEC79-EFD8-4640-8FC4-AE32CFE2D2DA}" sibTransId="{6F082035-67FA-4564-AA00-E4E09BDA48CC}"/>
    <dgm:cxn modelId="{E18D9A6F-54EF-4739-9E28-446A56255A5F}" type="presOf" srcId="{1541B71E-A937-4985-9927-492793E2FACD}" destId="{308FB230-F46E-43BC-A484-786ADA322C85}" srcOrd="0" destOrd="0" presId="urn:microsoft.com/office/officeart/2005/8/layout/radial6"/>
    <dgm:cxn modelId="{40946288-C537-4EBD-A658-9107FE72A378}" type="presOf" srcId="{9D8A30E9-903A-4165-8426-3BEF2A151801}" destId="{D68A55BE-844C-41D5-A65A-DA5D824259BC}" srcOrd="0" destOrd="0" presId="urn:microsoft.com/office/officeart/2005/8/layout/radial6"/>
    <dgm:cxn modelId="{3B27C9A5-D112-4604-8336-E85DD2D89DCD}" type="presOf" srcId="{6599E6CD-E952-4F3E-B920-634B94066976}" destId="{BF5FF72B-7C06-4AC9-95F7-1DA24CF18BDF}" srcOrd="0" destOrd="0" presId="urn:microsoft.com/office/officeart/2005/8/layout/radial6"/>
    <dgm:cxn modelId="{8E4F74BF-3ABB-4407-9946-7E5F0D49615B}" srcId="{6599E6CD-E952-4F3E-B920-634B94066976}" destId="{9D8A30E9-903A-4165-8426-3BEF2A151801}" srcOrd="1" destOrd="0" parTransId="{880287B1-41A2-4193-AF49-38C794BFDAB8}" sibTransId="{4BFA961A-140B-4D59-9E05-5393BE2DA770}"/>
    <dgm:cxn modelId="{0EC98FC8-E648-4E70-AA14-B43C86BBAD69}" srcId="{6599E6CD-E952-4F3E-B920-634B94066976}" destId="{1541B71E-A937-4985-9927-492793E2FACD}" srcOrd="2" destOrd="0" parTransId="{995FF83A-F762-4CC6-A50E-C30B28E5F908}" sibTransId="{DEC5A65B-FBFB-4BFF-B072-575D62BD188B}"/>
    <dgm:cxn modelId="{B855D7E7-5104-4F30-BD14-39B6B25EDFDB}" srcId="{6599E6CD-E952-4F3E-B920-634B94066976}" destId="{CFF1420D-768E-40CB-808D-7D63CE6A7ADC}" srcOrd="0" destOrd="0" parTransId="{4564127E-E297-46E6-88BF-2A7D13F2F7D7}" sibTransId="{81169502-80B5-44E6-9A98-3A5263FB1FFD}"/>
    <dgm:cxn modelId="{BF3EABE3-4D62-42D5-9527-74A925A772AD}" type="presParOf" srcId="{36CE0F99-386F-4BD3-8511-709C5B7984BA}" destId="{BF5FF72B-7C06-4AC9-95F7-1DA24CF18BDF}" srcOrd="0" destOrd="0" presId="urn:microsoft.com/office/officeart/2005/8/layout/radial6"/>
    <dgm:cxn modelId="{31DFE539-2680-4517-A545-537E83E9A7DE}" type="presParOf" srcId="{36CE0F99-386F-4BD3-8511-709C5B7984BA}" destId="{4EA4FE8F-DBD9-4873-B46F-A7054B1DCFDD}" srcOrd="1" destOrd="0" presId="urn:microsoft.com/office/officeart/2005/8/layout/radial6"/>
    <dgm:cxn modelId="{44E52F0F-EBB5-4BD1-9C25-1D7C8A7958CA}" type="presParOf" srcId="{36CE0F99-386F-4BD3-8511-709C5B7984BA}" destId="{B65E840D-9F49-4783-AC0F-600C81DC87FF}" srcOrd="2" destOrd="0" presId="urn:microsoft.com/office/officeart/2005/8/layout/radial6"/>
    <dgm:cxn modelId="{56B20CD9-D355-4347-A1B0-457FD0AD1A22}" type="presParOf" srcId="{36CE0F99-386F-4BD3-8511-709C5B7984BA}" destId="{2BF74BA8-78B8-4F79-99AE-C2A442144A8F}" srcOrd="3" destOrd="0" presId="urn:microsoft.com/office/officeart/2005/8/layout/radial6"/>
    <dgm:cxn modelId="{966F39A8-21A8-493E-9257-8B21524D9992}" type="presParOf" srcId="{36CE0F99-386F-4BD3-8511-709C5B7984BA}" destId="{D68A55BE-844C-41D5-A65A-DA5D824259BC}" srcOrd="4" destOrd="0" presId="urn:microsoft.com/office/officeart/2005/8/layout/radial6"/>
    <dgm:cxn modelId="{659992BB-7DF9-4FC1-9DAC-22D68CA3CD71}" type="presParOf" srcId="{36CE0F99-386F-4BD3-8511-709C5B7984BA}" destId="{2A64073E-33E4-4D07-8005-248162014459}" srcOrd="5" destOrd="0" presId="urn:microsoft.com/office/officeart/2005/8/layout/radial6"/>
    <dgm:cxn modelId="{C2B6C65F-E206-403A-83CB-A1E3DF3436CF}" type="presParOf" srcId="{36CE0F99-386F-4BD3-8511-709C5B7984BA}" destId="{339283E7-E92A-422A-8DAC-FB5FBF4C3A47}" srcOrd="6" destOrd="0" presId="urn:microsoft.com/office/officeart/2005/8/layout/radial6"/>
    <dgm:cxn modelId="{96B4EF18-B2A6-46DF-AC33-FBE57EB46EA9}" type="presParOf" srcId="{36CE0F99-386F-4BD3-8511-709C5B7984BA}" destId="{308FB230-F46E-43BC-A484-786ADA322C85}" srcOrd="7" destOrd="0" presId="urn:microsoft.com/office/officeart/2005/8/layout/radial6"/>
    <dgm:cxn modelId="{92E829B8-6A92-4CDF-BFE8-5A427B2CEA2A}" type="presParOf" srcId="{36CE0F99-386F-4BD3-8511-709C5B7984BA}" destId="{F781F78D-3EF1-4CEA-B5AE-7FAB4830B824}" srcOrd="8" destOrd="0" presId="urn:microsoft.com/office/officeart/2005/8/layout/radial6"/>
    <dgm:cxn modelId="{05CF3504-7A14-4A13-95FF-8C5987A31E57}" type="presParOf" srcId="{36CE0F99-386F-4BD3-8511-709C5B7984BA}" destId="{31E3A87E-65F1-45F5-A94A-C98F0CD2219D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F46B32-A09C-4496-9982-114779A553F6}" type="doc">
      <dgm:prSet loTypeId="urn:microsoft.com/office/officeart/2005/8/layout/radial6" loCatId="cycle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pPr rtl="1"/>
          <a:endParaRPr lang="ar-AE"/>
        </a:p>
      </dgm:t>
    </dgm:pt>
    <dgm:pt modelId="{6599E6CD-E952-4F3E-B920-634B94066976}">
      <dgm:prSet phldrT="[Text]"/>
      <dgm:spPr/>
      <dgm:t>
        <a:bodyPr/>
        <a:lstStyle/>
        <a:p>
          <a:pPr rtl="1"/>
          <a:r>
            <a:rPr lang="en-US" dirty="0"/>
            <a:t>Constraints</a:t>
          </a:r>
          <a:endParaRPr lang="ar-AE" dirty="0"/>
        </a:p>
      </dgm:t>
    </dgm:pt>
    <dgm:pt modelId="{B29CEC79-EFD8-4640-8FC4-AE32CFE2D2DA}" type="parTrans" cxnId="{62EAF463-B180-4805-84D7-AE9D2931C5BF}">
      <dgm:prSet/>
      <dgm:spPr/>
      <dgm:t>
        <a:bodyPr/>
        <a:lstStyle/>
        <a:p>
          <a:pPr rtl="1"/>
          <a:endParaRPr lang="ar-AE"/>
        </a:p>
      </dgm:t>
    </dgm:pt>
    <dgm:pt modelId="{6F082035-67FA-4564-AA00-E4E09BDA48CC}" type="sibTrans" cxnId="{62EAF463-B180-4805-84D7-AE9D2931C5BF}">
      <dgm:prSet/>
      <dgm:spPr/>
      <dgm:t>
        <a:bodyPr/>
        <a:lstStyle/>
        <a:p>
          <a:pPr rtl="1"/>
          <a:endParaRPr lang="ar-AE"/>
        </a:p>
      </dgm:t>
    </dgm:pt>
    <dgm:pt modelId="{CFF1420D-768E-40CB-808D-7D63CE6A7ADC}">
      <dgm:prSet phldrT="[Text]"/>
      <dgm:spPr/>
      <dgm:t>
        <a:bodyPr/>
        <a:lstStyle/>
        <a:p>
          <a:pPr rtl="1"/>
          <a:r>
            <a:rPr lang="en-US" dirty="0"/>
            <a:t>SQLite Database</a:t>
          </a:r>
          <a:endParaRPr lang="ar-AE" dirty="0"/>
        </a:p>
      </dgm:t>
    </dgm:pt>
    <dgm:pt modelId="{4564127E-E297-46E6-88BF-2A7D13F2F7D7}" type="parTrans" cxnId="{B855D7E7-5104-4F30-BD14-39B6B25EDFDB}">
      <dgm:prSet/>
      <dgm:spPr/>
      <dgm:t>
        <a:bodyPr/>
        <a:lstStyle/>
        <a:p>
          <a:pPr rtl="1"/>
          <a:endParaRPr lang="ar-AE"/>
        </a:p>
      </dgm:t>
    </dgm:pt>
    <dgm:pt modelId="{81169502-80B5-44E6-9A98-3A5263FB1FFD}" type="sibTrans" cxnId="{B855D7E7-5104-4F30-BD14-39B6B25EDFDB}">
      <dgm:prSet/>
      <dgm:spPr/>
      <dgm:t>
        <a:bodyPr/>
        <a:lstStyle/>
        <a:p>
          <a:pPr rtl="1"/>
          <a:endParaRPr lang="ar-AE"/>
        </a:p>
      </dgm:t>
    </dgm:pt>
    <dgm:pt modelId="{9D8A30E9-903A-4165-8426-3BEF2A151801}">
      <dgm:prSet phldrT="[Text]"/>
      <dgm:spPr/>
      <dgm:t>
        <a:bodyPr/>
        <a:lstStyle/>
        <a:p>
          <a:pPr rtl="1"/>
          <a:r>
            <a:rPr lang="en-US" dirty="0"/>
            <a:t>Limited time</a:t>
          </a:r>
          <a:endParaRPr lang="ar-AE" dirty="0"/>
        </a:p>
      </dgm:t>
    </dgm:pt>
    <dgm:pt modelId="{880287B1-41A2-4193-AF49-38C794BFDAB8}" type="parTrans" cxnId="{8E4F74BF-3ABB-4407-9946-7E5F0D49615B}">
      <dgm:prSet/>
      <dgm:spPr/>
      <dgm:t>
        <a:bodyPr/>
        <a:lstStyle/>
        <a:p>
          <a:pPr rtl="1"/>
          <a:endParaRPr lang="ar-AE"/>
        </a:p>
      </dgm:t>
    </dgm:pt>
    <dgm:pt modelId="{4BFA961A-140B-4D59-9E05-5393BE2DA770}" type="sibTrans" cxnId="{8E4F74BF-3ABB-4407-9946-7E5F0D49615B}">
      <dgm:prSet/>
      <dgm:spPr/>
      <dgm:t>
        <a:bodyPr/>
        <a:lstStyle/>
        <a:p>
          <a:pPr rtl="1"/>
          <a:endParaRPr lang="ar-AE"/>
        </a:p>
      </dgm:t>
    </dgm:pt>
    <dgm:pt modelId="{1541B71E-A937-4985-9927-492793E2FACD}">
      <dgm:prSet phldrT="[Text]"/>
      <dgm:spPr/>
      <dgm:t>
        <a:bodyPr/>
        <a:lstStyle/>
        <a:p>
          <a:pPr rtl="1"/>
          <a:r>
            <a:rPr lang="en-US" dirty="0"/>
            <a:t>Open-source</a:t>
          </a:r>
          <a:endParaRPr lang="ar-AE" dirty="0"/>
        </a:p>
      </dgm:t>
    </dgm:pt>
    <dgm:pt modelId="{995FF83A-F762-4CC6-A50E-C30B28E5F908}" type="parTrans" cxnId="{0EC98FC8-E648-4E70-AA14-B43C86BBAD69}">
      <dgm:prSet/>
      <dgm:spPr/>
      <dgm:t>
        <a:bodyPr/>
        <a:lstStyle/>
        <a:p>
          <a:pPr rtl="1"/>
          <a:endParaRPr lang="ar-AE"/>
        </a:p>
      </dgm:t>
    </dgm:pt>
    <dgm:pt modelId="{DEC5A65B-FBFB-4BFF-B072-575D62BD188B}" type="sibTrans" cxnId="{0EC98FC8-E648-4E70-AA14-B43C86BBAD69}">
      <dgm:prSet/>
      <dgm:spPr/>
      <dgm:t>
        <a:bodyPr/>
        <a:lstStyle/>
        <a:p>
          <a:pPr rtl="1"/>
          <a:endParaRPr lang="ar-AE"/>
        </a:p>
      </dgm:t>
    </dgm:pt>
    <dgm:pt modelId="{36CE0F99-386F-4BD3-8511-709C5B7984BA}" type="pres">
      <dgm:prSet presAssocID="{DAF46B32-A09C-4496-9982-114779A553F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5FF72B-7C06-4AC9-95F7-1DA24CF18BDF}" type="pres">
      <dgm:prSet presAssocID="{6599E6CD-E952-4F3E-B920-634B94066976}" presName="centerShape" presStyleLbl="node0" presStyleIdx="0" presStyleCnt="1"/>
      <dgm:spPr/>
    </dgm:pt>
    <dgm:pt modelId="{4EA4FE8F-DBD9-4873-B46F-A7054B1DCFDD}" type="pres">
      <dgm:prSet presAssocID="{CFF1420D-768E-40CB-808D-7D63CE6A7ADC}" presName="node" presStyleLbl="node1" presStyleIdx="0" presStyleCnt="3">
        <dgm:presLayoutVars>
          <dgm:bulletEnabled val="1"/>
        </dgm:presLayoutVars>
      </dgm:prSet>
      <dgm:spPr/>
    </dgm:pt>
    <dgm:pt modelId="{B65E840D-9F49-4783-AC0F-600C81DC87FF}" type="pres">
      <dgm:prSet presAssocID="{CFF1420D-768E-40CB-808D-7D63CE6A7ADC}" presName="dummy" presStyleCnt="0"/>
      <dgm:spPr/>
    </dgm:pt>
    <dgm:pt modelId="{2BF74BA8-78B8-4F79-99AE-C2A442144A8F}" type="pres">
      <dgm:prSet presAssocID="{81169502-80B5-44E6-9A98-3A5263FB1FFD}" presName="sibTrans" presStyleLbl="sibTrans2D1" presStyleIdx="0" presStyleCnt="3"/>
      <dgm:spPr/>
    </dgm:pt>
    <dgm:pt modelId="{D68A55BE-844C-41D5-A65A-DA5D824259BC}" type="pres">
      <dgm:prSet presAssocID="{9D8A30E9-903A-4165-8426-3BEF2A151801}" presName="node" presStyleLbl="node1" presStyleIdx="1" presStyleCnt="3">
        <dgm:presLayoutVars>
          <dgm:bulletEnabled val="1"/>
        </dgm:presLayoutVars>
      </dgm:prSet>
      <dgm:spPr/>
    </dgm:pt>
    <dgm:pt modelId="{2A64073E-33E4-4D07-8005-248162014459}" type="pres">
      <dgm:prSet presAssocID="{9D8A30E9-903A-4165-8426-3BEF2A151801}" presName="dummy" presStyleCnt="0"/>
      <dgm:spPr/>
    </dgm:pt>
    <dgm:pt modelId="{339283E7-E92A-422A-8DAC-FB5FBF4C3A47}" type="pres">
      <dgm:prSet presAssocID="{4BFA961A-140B-4D59-9E05-5393BE2DA770}" presName="sibTrans" presStyleLbl="sibTrans2D1" presStyleIdx="1" presStyleCnt="3"/>
      <dgm:spPr/>
    </dgm:pt>
    <dgm:pt modelId="{308FB230-F46E-43BC-A484-786ADA322C85}" type="pres">
      <dgm:prSet presAssocID="{1541B71E-A937-4985-9927-492793E2FACD}" presName="node" presStyleLbl="node1" presStyleIdx="2" presStyleCnt="3">
        <dgm:presLayoutVars>
          <dgm:bulletEnabled val="1"/>
        </dgm:presLayoutVars>
      </dgm:prSet>
      <dgm:spPr/>
    </dgm:pt>
    <dgm:pt modelId="{F781F78D-3EF1-4CEA-B5AE-7FAB4830B824}" type="pres">
      <dgm:prSet presAssocID="{1541B71E-A937-4985-9927-492793E2FACD}" presName="dummy" presStyleCnt="0"/>
      <dgm:spPr/>
    </dgm:pt>
    <dgm:pt modelId="{31E3A87E-65F1-45F5-A94A-C98F0CD2219D}" type="pres">
      <dgm:prSet presAssocID="{DEC5A65B-FBFB-4BFF-B072-575D62BD188B}" presName="sibTrans" presStyleLbl="sibTrans2D1" presStyleIdx="2" presStyleCnt="3"/>
      <dgm:spPr/>
    </dgm:pt>
  </dgm:ptLst>
  <dgm:cxnLst>
    <dgm:cxn modelId="{3FC8A906-6D08-4ED0-B75E-DF971AD15D83}" type="presOf" srcId="{CFF1420D-768E-40CB-808D-7D63CE6A7ADC}" destId="{4EA4FE8F-DBD9-4873-B46F-A7054B1DCFDD}" srcOrd="0" destOrd="0" presId="urn:microsoft.com/office/officeart/2005/8/layout/radial6"/>
    <dgm:cxn modelId="{2E196323-C002-4035-BD99-CA1A74526099}" type="presOf" srcId="{DAF46B32-A09C-4496-9982-114779A553F6}" destId="{36CE0F99-386F-4BD3-8511-709C5B7984BA}" srcOrd="0" destOrd="0" presId="urn:microsoft.com/office/officeart/2005/8/layout/radial6"/>
    <dgm:cxn modelId="{2852E632-590C-4EEE-BEDF-649F864E9DA0}" type="presOf" srcId="{4BFA961A-140B-4D59-9E05-5393BE2DA770}" destId="{339283E7-E92A-422A-8DAC-FB5FBF4C3A47}" srcOrd="0" destOrd="0" presId="urn:microsoft.com/office/officeart/2005/8/layout/radial6"/>
    <dgm:cxn modelId="{44ED9140-6963-414D-9098-17E37AAC214B}" type="presOf" srcId="{81169502-80B5-44E6-9A98-3A5263FB1FFD}" destId="{2BF74BA8-78B8-4F79-99AE-C2A442144A8F}" srcOrd="0" destOrd="0" presId="urn:microsoft.com/office/officeart/2005/8/layout/radial6"/>
    <dgm:cxn modelId="{390C385C-14EF-4F5E-85CB-1B668432C6EA}" type="presOf" srcId="{DEC5A65B-FBFB-4BFF-B072-575D62BD188B}" destId="{31E3A87E-65F1-45F5-A94A-C98F0CD2219D}" srcOrd="0" destOrd="0" presId="urn:microsoft.com/office/officeart/2005/8/layout/radial6"/>
    <dgm:cxn modelId="{62EAF463-B180-4805-84D7-AE9D2931C5BF}" srcId="{DAF46B32-A09C-4496-9982-114779A553F6}" destId="{6599E6CD-E952-4F3E-B920-634B94066976}" srcOrd="0" destOrd="0" parTransId="{B29CEC79-EFD8-4640-8FC4-AE32CFE2D2DA}" sibTransId="{6F082035-67FA-4564-AA00-E4E09BDA48CC}"/>
    <dgm:cxn modelId="{E18D9A6F-54EF-4739-9E28-446A56255A5F}" type="presOf" srcId="{1541B71E-A937-4985-9927-492793E2FACD}" destId="{308FB230-F46E-43BC-A484-786ADA322C85}" srcOrd="0" destOrd="0" presId="urn:microsoft.com/office/officeart/2005/8/layout/radial6"/>
    <dgm:cxn modelId="{40946288-C537-4EBD-A658-9107FE72A378}" type="presOf" srcId="{9D8A30E9-903A-4165-8426-3BEF2A151801}" destId="{D68A55BE-844C-41D5-A65A-DA5D824259BC}" srcOrd="0" destOrd="0" presId="urn:microsoft.com/office/officeart/2005/8/layout/radial6"/>
    <dgm:cxn modelId="{3B27C9A5-D112-4604-8336-E85DD2D89DCD}" type="presOf" srcId="{6599E6CD-E952-4F3E-B920-634B94066976}" destId="{BF5FF72B-7C06-4AC9-95F7-1DA24CF18BDF}" srcOrd="0" destOrd="0" presId="urn:microsoft.com/office/officeart/2005/8/layout/radial6"/>
    <dgm:cxn modelId="{8E4F74BF-3ABB-4407-9946-7E5F0D49615B}" srcId="{6599E6CD-E952-4F3E-B920-634B94066976}" destId="{9D8A30E9-903A-4165-8426-3BEF2A151801}" srcOrd="1" destOrd="0" parTransId="{880287B1-41A2-4193-AF49-38C794BFDAB8}" sibTransId="{4BFA961A-140B-4D59-9E05-5393BE2DA770}"/>
    <dgm:cxn modelId="{0EC98FC8-E648-4E70-AA14-B43C86BBAD69}" srcId="{6599E6CD-E952-4F3E-B920-634B94066976}" destId="{1541B71E-A937-4985-9927-492793E2FACD}" srcOrd="2" destOrd="0" parTransId="{995FF83A-F762-4CC6-A50E-C30B28E5F908}" sibTransId="{DEC5A65B-FBFB-4BFF-B072-575D62BD188B}"/>
    <dgm:cxn modelId="{B855D7E7-5104-4F30-BD14-39B6B25EDFDB}" srcId="{6599E6CD-E952-4F3E-B920-634B94066976}" destId="{CFF1420D-768E-40CB-808D-7D63CE6A7ADC}" srcOrd="0" destOrd="0" parTransId="{4564127E-E297-46E6-88BF-2A7D13F2F7D7}" sibTransId="{81169502-80B5-44E6-9A98-3A5263FB1FFD}"/>
    <dgm:cxn modelId="{BF3EABE3-4D62-42D5-9527-74A925A772AD}" type="presParOf" srcId="{36CE0F99-386F-4BD3-8511-709C5B7984BA}" destId="{BF5FF72B-7C06-4AC9-95F7-1DA24CF18BDF}" srcOrd="0" destOrd="0" presId="urn:microsoft.com/office/officeart/2005/8/layout/radial6"/>
    <dgm:cxn modelId="{31DFE539-2680-4517-A545-537E83E9A7DE}" type="presParOf" srcId="{36CE0F99-386F-4BD3-8511-709C5B7984BA}" destId="{4EA4FE8F-DBD9-4873-B46F-A7054B1DCFDD}" srcOrd="1" destOrd="0" presId="urn:microsoft.com/office/officeart/2005/8/layout/radial6"/>
    <dgm:cxn modelId="{44E52F0F-EBB5-4BD1-9C25-1D7C8A7958CA}" type="presParOf" srcId="{36CE0F99-386F-4BD3-8511-709C5B7984BA}" destId="{B65E840D-9F49-4783-AC0F-600C81DC87FF}" srcOrd="2" destOrd="0" presId="urn:microsoft.com/office/officeart/2005/8/layout/radial6"/>
    <dgm:cxn modelId="{56B20CD9-D355-4347-A1B0-457FD0AD1A22}" type="presParOf" srcId="{36CE0F99-386F-4BD3-8511-709C5B7984BA}" destId="{2BF74BA8-78B8-4F79-99AE-C2A442144A8F}" srcOrd="3" destOrd="0" presId="urn:microsoft.com/office/officeart/2005/8/layout/radial6"/>
    <dgm:cxn modelId="{966F39A8-21A8-493E-9257-8B21524D9992}" type="presParOf" srcId="{36CE0F99-386F-4BD3-8511-709C5B7984BA}" destId="{D68A55BE-844C-41D5-A65A-DA5D824259BC}" srcOrd="4" destOrd="0" presId="urn:microsoft.com/office/officeart/2005/8/layout/radial6"/>
    <dgm:cxn modelId="{659992BB-7DF9-4FC1-9DAC-22D68CA3CD71}" type="presParOf" srcId="{36CE0F99-386F-4BD3-8511-709C5B7984BA}" destId="{2A64073E-33E4-4D07-8005-248162014459}" srcOrd="5" destOrd="0" presId="urn:microsoft.com/office/officeart/2005/8/layout/radial6"/>
    <dgm:cxn modelId="{C2B6C65F-E206-403A-83CB-A1E3DF3436CF}" type="presParOf" srcId="{36CE0F99-386F-4BD3-8511-709C5B7984BA}" destId="{339283E7-E92A-422A-8DAC-FB5FBF4C3A47}" srcOrd="6" destOrd="0" presId="urn:microsoft.com/office/officeart/2005/8/layout/radial6"/>
    <dgm:cxn modelId="{96B4EF18-B2A6-46DF-AC33-FBE57EB46EA9}" type="presParOf" srcId="{36CE0F99-386F-4BD3-8511-709C5B7984BA}" destId="{308FB230-F46E-43BC-A484-786ADA322C85}" srcOrd="7" destOrd="0" presId="urn:microsoft.com/office/officeart/2005/8/layout/radial6"/>
    <dgm:cxn modelId="{92E829B8-6A92-4CDF-BFE8-5A427B2CEA2A}" type="presParOf" srcId="{36CE0F99-386F-4BD3-8511-709C5B7984BA}" destId="{F781F78D-3EF1-4CEA-B5AE-7FAB4830B824}" srcOrd="8" destOrd="0" presId="urn:microsoft.com/office/officeart/2005/8/layout/radial6"/>
    <dgm:cxn modelId="{05CF3504-7A14-4A13-95FF-8C5987A31E57}" type="presParOf" srcId="{36CE0F99-386F-4BD3-8511-709C5B7984BA}" destId="{31E3A87E-65F1-45F5-A94A-C98F0CD2219D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F46B32-A09C-4496-9982-114779A553F6}" type="doc">
      <dgm:prSet loTypeId="urn:microsoft.com/office/officeart/2005/8/layout/radial6" loCatId="cycle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ar-AE"/>
        </a:p>
      </dgm:t>
    </dgm:pt>
    <dgm:pt modelId="{6599E6CD-E952-4F3E-B920-634B94066976}">
      <dgm:prSet phldrT="[Text]"/>
      <dgm:spPr/>
      <dgm:t>
        <a:bodyPr/>
        <a:lstStyle/>
        <a:p>
          <a:pPr rtl="1"/>
          <a:r>
            <a:rPr lang="en-US" dirty="0"/>
            <a:t>Assumptions</a:t>
          </a:r>
          <a:endParaRPr lang="ar-AE" dirty="0"/>
        </a:p>
      </dgm:t>
    </dgm:pt>
    <dgm:pt modelId="{B29CEC79-EFD8-4640-8FC4-AE32CFE2D2DA}" type="parTrans" cxnId="{62EAF463-B180-4805-84D7-AE9D2931C5BF}">
      <dgm:prSet/>
      <dgm:spPr/>
      <dgm:t>
        <a:bodyPr/>
        <a:lstStyle/>
        <a:p>
          <a:pPr rtl="1"/>
          <a:endParaRPr lang="ar-AE"/>
        </a:p>
      </dgm:t>
    </dgm:pt>
    <dgm:pt modelId="{6F082035-67FA-4564-AA00-E4E09BDA48CC}" type="sibTrans" cxnId="{62EAF463-B180-4805-84D7-AE9D2931C5BF}">
      <dgm:prSet/>
      <dgm:spPr/>
      <dgm:t>
        <a:bodyPr/>
        <a:lstStyle/>
        <a:p>
          <a:pPr rtl="1"/>
          <a:endParaRPr lang="ar-AE"/>
        </a:p>
      </dgm:t>
    </dgm:pt>
    <dgm:pt modelId="{CFF1420D-768E-40CB-808D-7D63CE6A7ADC}">
      <dgm:prSet phldrT="[Text]"/>
      <dgm:spPr/>
      <dgm:t>
        <a:bodyPr/>
        <a:lstStyle/>
        <a:p>
          <a:pPr rtl="1"/>
          <a:r>
            <a:rPr lang="en-US" dirty="0"/>
            <a:t>Internet Connection</a:t>
          </a:r>
          <a:endParaRPr lang="ar-AE" dirty="0"/>
        </a:p>
      </dgm:t>
    </dgm:pt>
    <dgm:pt modelId="{4564127E-E297-46E6-88BF-2A7D13F2F7D7}" type="parTrans" cxnId="{B855D7E7-5104-4F30-BD14-39B6B25EDFDB}">
      <dgm:prSet/>
      <dgm:spPr/>
      <dgm:t>
        <a:bodyPr/>
        <a:lstStyle/>
        <a:p>
          <a:pPr rtl="1"/>
          <a:endParaRPr lang="ar-AE"/>
        </a:p>
      </dgm:t>
    </dgm:pt>
    <dgm:pt modelId="{81169502-80B5-44E6-9A98-3A5263FB1FFD}" type="sibTrans" cxnId="{B855D7E7-5104-4F30-BD14-39B6B25EDFDB}">
      <dgm:prSet/>
      <dgm:spPr/>
      <dgm:t>
        <a:bodyPr/>
        <a:lstStyle/>
        <a:p>
          <a:pPr rtl="1"/>
          <a:endParaRPr lang="ar-AE"/>
        </a:p>
      </dgm:t>
    </dgm:pt>
    <dgm:pt modelId="{9D8A30E9-903A-4165-8426-3BEF2A151801}">
      <dgm:prSet phldrT="[Text]"/>
      <dgm:spPr/>
      <dgm:t>
        <a:bodyPr/>
        <a:lstStyle/>
        <a:p>
          <a:pPr rtl="1"/>
          <a:r>
            <a:rPr lang="en-US" b="0" i="0" dirty="0"/>
            <a:t>basic computer literacy</a:t>
          </a:r>
          <a:endParaRPr lang="ar-AE" dirty="0"/>
        </a:p>
      </dgm:t>
    </dgm:pt>
    <dgm:pt modelId="{880287B1-41A2-4193-AF49-38C794BFDAB8}" type="parTrans" cxnId="{8E4F74BF-3ABB-4407-9946-7E5F0D49615B}">
      <dgm:prSet/>
      <dgm:spPr/>
      <dgm:t>
        <a:bodyPr/>
        <a:lstStyle/>
        <a:p>
          <a:pPr rtl="1"/>
          <a:endParaRPr lang="ar-AE"/>
        </a:p>
      </dgm:t>
    </dgm:pt>
    <dgm:pt modelId="{4BFA961A-140B-4D59-9E05-5393BE2DA770}" type="sibTrans" cxnId="{8E4F74BF-3ABB-4407-9946-7E5F0D49615B}">
      <dgm:prSet/>
      <dgm:spPr/>
      <dgm:t>
        <a:bodyPr/>
        <a:lstStyle/>
        <a:p>
          <a:pPr rtl="1"/>
          <a:endParaRPr lang="ar-AE"/>
        </a:p>
      </dgm:t>
    </dgm:pt>
    <dgm:pt modelId="{1541B71E-A937-4985-9927-492793E2FACD}">
      <dgm:prSet phldrT="[Text]"/>
      <dgm:spPr/>
      <dgm:t>
        <a:bodyPr/>
        <a:lstStyle/>
        <a:p>
          <a:pPr rtl="1"/>
          <a:r>
            <a:rPr lang="en-US" b="0" i="0" dirty="0"/>
            <a:t>local deployment</a:t>
          </a:r>
          <a:endParaRPr lang="ar-AE" dirty="0"/>
        </a:p>
      </dgm:t>
    </dgm:pt>
    <dgm:pt modelId="{995FF83A-F762-4CC6-A50E-C30B28E5F908}" type="parTrans" cxnId="{0EC98FC8-E648-4E70-AA14-B43C86BBAD69}">
      <dgm:prSet/>
      <dgm:spPr/>
      <dgm:t>
        <a:bodyPr/>
        <a:lstStyle/>
        <a:p>
          <a:pPr rtl="1"/>
          <a:endParaRPr lang="ar-AE"/>
        </a:p>
      </dgm:t>
    </dgm:pt>
    <dgm:pt modelId="{DEC5A65B-FBFB-4BFF-B072-575D62BD188B}" type="sibTrans" cxnId="{0EC98FC8-E648-4E70-AA14-B43C86BBAD69}">
      <dgm:prSet/>
      <dgm:spPr/>
      <dgm:t>
        <a:bodyPr/>
        <a:lstStyle/>
        <a:p>
          <a:pPr rtl="1"/>
          <a:endParaRPr lang="ar-AE"/>
        </a:p>
      </dgm:t>
    </dgm:pt>
    <dgm:pt modelId="{36CE0F99-386F-4BD3-8511-709C5B7984BA}" type="pres">
      <dgm:prSet presAssocID="{DAF46B32-A09C-4496-9982-114779A553F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5FF72B-7C06-4AC9-95F7-1DA24CF18BDF}" type="pres">
      <dgm:prSet presAssocID="{6599E6CD-E952-4F3E-B920-634B94066976}" presName="centerShape" presStyleLbl="node0" presStyleIdx="0" presStyleCnt="1"/>
      <dgm:spPr/>
    </dgm:pt>
    <dgm:pt modelId="{4EA4FE8F-DBD9-4873-B46F-A7054B1DCFDD}" type="pres">
      <dgm:prSet presAssocID="{CFF1420D-768E-40CB-808D-7D63CE6A7ADC}" presName="node" presStyleLbl="node1" presStyleIdx="0" presStyleCnt="3">
        <dgm:presLayoutVars>
          <dgm:bulletEnabled val="1"/>
        </dgm:presLayoutVars>
      </dgm:prSet>
      <dgm:spPr/>
    </dgm:pt>
    <dgm:pt modelId="{B65E840D-9F49-4783-AC0F-600C81DC87FF}" type="pres">
      <dgm:prSet presAssocID="{CFF1420D-768E-40CB-808D-7D63CE6A7ADC}" presName="dummy" presStyleCnt="0"/>
      <dgm:spPr/>
    </dgm:pt>
    <dgm:pt modelId="{2BF74BA8-78B8-4F79-99AE-C2A442144A8F}" type="pres">
      <dgm:prSet presAssocID="{81169502-80B5-44E6-9A98-3A5263FB1FFD}" presName="sibTrans" presStyleLbl="sibTrans2D1" presStyleIdx="0" presStyleCnt="3"/>
      <dgm:spPr/>
    </dgm:pt>
    <dgm:pt modelId="{D68A55BE-844C-41D5-A65A-DA5D824259BC}" type="pres">
      <dgm:prSet presAssocID="{9D8A30E9-903A-4165-8426-3BEF2A151801}" presName="node" presStyleLbl="node1" presStyleIdx="1" presStyleCnt="3">
        <dgm:presLayoutVars>
          <dgm:bulletEnabled val="1"/>
        </dgm:presLayoutVars>
      </dgm:prSet>
      <dgm:spPr/>
    </dgm:pt>
    <dgm:pt modelId="{2A64073E-33E4-4D07-8005-248162014459}" type="pres">
      <dgm:prSet presAssocID="{9D8A30E9-903A-4165-8426-3BEF2A151801}" presName="dummy" presStyleCnt="0"/>
      <dgm:spPr/>
    </dgm:pt>
    <dgm:pt modelId="{339283E7-E92A-422A-8DAC-FB5FBF4C3A47}" type="pres">
      <dgm:prSet presAssocID="{4BFA961A-140B-4D59-9E05-5393BE2DA770}" presName="sibTrans" presStyleLbl="sibTrans2D1" presStyleIdx="1" presStyleCnt="3"/>
      <dgm:spPr/>
    </dgm:pt>
    <dgm:pt modelId="{308FB230-F46E-43BC-A484-786ADA322C85}" type="pres">
      <dgm:prSet presAssocID="{1541B71E-A937-4985-9927-492793E2FACD}" presName="node" presStyleLbl="node1" presStyleIdx="2" presStyleCnt="3">
        <dgm:presLayoutVars>
          <dgm:bulletEnabled val="1"/>
        </dgm:presLayoutVars>
      </dgm:prSet>
      <dgm:spPr/>
    </dgm:pt>
    <dgm:pt modelId="{F781F78D-3EF1-4CEA-B5AE-7FAB4830B824}" type="pres">
      <dgm:prSet presAssocID="{1541B71E-A937-4985-9927-492793E2FACD}" presName="dummy" presStyleCnt="0"/>
      <dgm:spPr/>
    </dgm:pt>
    <dgm:pt modelId="{31E3A87E-65F1-45F5-A94A-C98F0CD2219D}" type="pres">
      <dgm:prSet presAssocID="{DEC5A65B-FBFB-4BFF-B072-575D62BD188B}" presName="sibTrans" presStyleLbl="sibTrans2D1" presStyleIdx="2" presStyleCnt="3"/>
      <dgm:spPr/>
    </dgm:pt>
  </dgm:ptLst>
  <dgm:cxnLst>
    <dgm:cxn modelId="{3FC8A906-6D08-4ED0-B75E-DF971AD15D83}" type="presOf" srcId="{CFF1420D-768E-40CB-808D-7D63CE6A7ADC}" destId="{4EA4FE8F-DBD9-4873-B46F-A7054B1DCFDD}" srcOrd="0" destOrd="0" presId="urn:microsoft.com/office/officeart/2005/8/layout/radial6"/>
    <dgm:cxn modelId="{2E196323-C002-4035-BD99-CA1A74526099}" type="presOf" srcId="{DAF46B32-A09C-4496-9982-114779A553F6}" destId="{36CE0F99-386F-4BD3-8511-709C5B7984BA}" srcOrd="0" destOrd="0" presId="urn:microsoft.com/office/officeart/2005/8/layout/radial6"/>
    <dgm:cxn modelId="{2852E632-590C-4EEE-BEDF-649F864E9DA0}" type="presOf" srcId="{4BFA961A-140B-4D59-9E05-5393BE2DA770}" destId="{339283E7-E92A-422A-8DAC-FB5FBF4C3A47}" srcOrd="0" destOrd="0" presId="urn:microsoft.com/office/officeart/2005/8/layout/radial6"/>
    <dgm:cxn modelId="{44ED9140-6963-414D-9098-17E37AAC214B}" type="presOf" srcId="{81169502-80B5-44E6-9A98-3A5263FB1FFD}" destId="{2BF74BA8-78B8-4F79-99AE-C2A442144A8F}" srcOrd="0" destOrd="0" presId="urn:microsoft.com/office/officeart/2005/8/layout/radial6"/>
    <dgm:cxn modelId="{390C385C-14EF-4F5E-85CB-1B668432C6EA}" type="presOf" srcId="{DEC5A65B-FBFB-4BFF-B072-575D62BD188B}" destId="{31E3A87E-65F1-45F5-A94A-C98F0CD2219D}" srcOrd="0" destOrd="0" presId="urn:microsoft.com/office/officeart/2005/8/layout/radial6"/>
    <dgm:cxn modelId="{62EAF463-B180-4805-84D7-AE9D2931C5BF}" srcId="{DAF46B32-A09C-4496-9982-114779A553F6}" destId="{6599E6CD-E952-4F3E-B920-634B94066976}" srcOrd="0" destOrd="0" parTransId="{B29CEC79-EFD8-4640-8FC4-AE32CFE2D2DA}" sibTransId="{6F082035-67FA-4564-AA00-E4E09BDA48CC}"/>
    <dgm:cxn modelId="{E18D9A6F-54EF-4739-9E28-446A56255A5F}" type="presOf" srcId="{1541B71E-A937-4985-9927-492793E2FACD}" destId="{308FB230-F46E-43BC-A484-786ADA322C85}" srcOrd="0" destOrd="0" presId="urn:microsoft.com/office/officeart/2005/8/layout/radial6"/>
    <dgm:cxn modelId="{40946288-C537-4EBD-A658-9107FE72A378}" type="presOf" srcId="{9D8A30E9-903A-4165-8426-3BEF2A151801}" destId="{D68A55BE-844C-41D5-A65A-DA5D824259BC}" srcOrd="0" destOrd="0" presId="urn:microsoft.com/office/officeart/2005/8/layout/radial6"/>
    <dgm:cxn modelId="{3B27C9A5-D112-4604-8336-E85DD2D89DCD}" type="presOf" srcId="{6599E6CD-E952-4F3E-B920-634B94066976}" destId="{BF5FF72B-7C06-4AC9-95F7-1DA24CF18BDF}" srcOrd="0" destOrd="0" presId="urn:microsoft.com/office/officeart/2005/8/layout/radial6"/>
    <dgm:cxn modelId="{8E4F74BF-3ABB-4407-9946-7E5F0D49615B}" srcId="{6599E6CD-E952-4F3E-B920-634B94066976}" destId="{9D8A30E9-903A-4165-8426-3BEF2A151801}" srcOrd="1" destOrd="0" parTransId="{880287B1-41A2-4193-AF49-38C794BFDAB8}" sibTransId="{4BFA961A-140B-4D59-9E05-5393BE2DA770}"/>
    <dgm:cxn modelId="{0EC98FC8-E648-4E70-AA14-B43C86BBAD69}" srcId="{6599E6CD-E952-4F3E-B920-634B94066976}" destId="{1541B71E-A937-4985-9927-492793E2FACD}" srcOrd="2" destOrd="0" parTransId="{995FF83A-F762-4CC6-A50E-C30B28E5F908}" sibTransId="{DEC5A65B-FBFB-4BFF-B072-575D62BD188B}"/>
    <dgm:cxn modelId="{B855D7E7-5104-4F30-BD14-39B6B25EDFDB}" srcId="{6599E6CD-E952-4F3E-B920-634B94066976}" destId="{CFF1420D-768E-40CB-808D-7D63CE6A7ADC}" srcOrd="0" destOrd="0" parTransId="{4564127E-E297-46E6-88BF-2A7D13F2F7D7}" sibTransId="{81169502-80B5-44E6-9A98-3A5263FB1FFD}"/>
    <dgm:cxn modelId="{BF3EABE3-4D62-42D5-9527-74A925A772AD}" type="presParOf" srcId="{36CE0F99-386F-4BD3-8511-709C5B7984BA}" destId="{BF5FF72B-7C06-4AC9-95F7-1DA24CF18BDF}" srcOrd="0" destOrd="0" presId="urn:microsoft.com/office/officeart/2005/8/layout/radial6"/>
    <dgm:cxn modelId="{31DFE539-2680-4517-A545-537E83E9A7DE}" type="presParOf" srcId="{36CE0F99-386F-4BD3-8511-709C5B7984BA}" destId="{4EA4FE8F-DBD9-4873-B46F-A7054B1DCFDD}" srcOrd="1" destOrd="0" presId="urn:microsoft.com/office/officeart/2005/8/layout/radial6"/>
    <dgm:cxn modelId="{44E52F0F-EBB5-4BD1-9C25-1D7C8A7958CA}" type="presParOf" srcId="{36CE0F99-386F-4BD3-8511-709C5B7984BA}" destId="{B65E840D-9F49-4783-AC0F-600C81DC87FF}" srcOrd="2" destOrd="0" presId="urn:microsoft.com/office/officeart/2005/8/layout/radial6"/>
    <dgm:cxn modelId="{56B20CD9-D355-4347-A1B0-457FD0AD1A22}" type="presParOf" srcId="{36CE0F99-386F-4BD3-8511-709C5B7984BA}" destId="{2BF74BA8-78B8-4F79-99AE-C2A442144A8F}" srcOrd="3" destOrd="0" presId="urn:microsoft.com/office/officeart/2005/8/layout/radial6"/>
    <dgm:cxn modelId="{966F39A8-21A8-493E-9257-8B21524D9992}" type="presParOf" srcId="{36CE0F99-386F-4BD3-8511-709C5B7984BA}" destId="{D68A55BE-844C-41D5-A65A-DA5D824259BC}" srcOrd="4" destOrd="0" presId="urn:microsoft.com/office/officeart/2005/8/layout/radial6"/>
    <dgm:cxn modelId="{659992BB-7DF9-4FC1-9DAC-22D68CA3CD71}" type="presParOf" srcId="{36CE0F99-386F-4BD3-8511-709C5B7984BA}" destId="{2A64073E-33E4-4D07-8005-248162014459}" srcOrd="5" destOrd="0" presId="urn:microsoft.com/office/officeart/2005/8/layout/radial6"/>
    <dgm:cxn modelId="{C2B6C65F-E206-403A-83CB-A1E3DF3436CF}" type="presParOf" srcId="{36CE0F99-386F-4BD3-8511-709C5B7984BA}" destId="{339283E7-E92A-422A-8DAC-FB5FBF4C3A47}" srcOrd="6" destOrd="0" presId="urn:microsoft.com/office/officeart/2005/8/layout/radial6"/>
    <dgm:cxn modelId="{96B4EF18-B2A6-46DF-AC33-FBE57EB46EA9}" type="presParOf" srcId="{36CE0F99-386F-4BD3-8511-709C5B7984BA}" destId="{308FB230-F46E-43BC-A484-786ADA322C85}" srcOrd="7" destOrd="0" presId="urn:microsoft.com/office/officeart/2005/8/layout/radial6"/>
    <dgm:cxn modelId="{92E829B8-6A92-4CDF-BFE8-5A427B2CEA2A}" type="presParOf" srcId="{36CE0F99-386F-4BD3-8511-709C5B7984BA}" destId="{F781F78D-3EF1-4CEA-B5AE-7FAB4830B824}" srcOrd="8" destOrd="0" presId="urn:microsoft.com/office/officeart/2005/8/layout/radial6"/>
    <dgm:cxn modelId="{05CF3504-7A14-4A13-95FF-8C5987A31E57}" type="presParOf" srcId="{36CE0F99-386F-4BD3-8511-709C5B7984BA}" destId="{31E3A87E-65F1-45F5-A94A-C98F0CD2219D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1FD352-D4C3-40E1-AB64-9FD50BE0CF7D}" type="doc">
      <dgm:prSet loTypeId="urn:microsoft.com/office/officeart/2005/8/layout/radial6" loCatId="cycle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pPr rtl="1"/>
          <a:endParaRPr lang="ar-AE"/>
        </a:p>
      </dgm:t>
    </dgm:pt>
    <dgm:pt modelId="{94E7F472-9BD2-44B6-B6C3-A6E8929BE754}">
      <dgm:prSet phldrT="[Text]"/>
      <dgm:spPr/>
      <dgm:t>
        <a:bodyPr/>
        <a:lstStyle/>
        <a:p>
          <a:pPr rtl="1"/>
          <a:r>
            <a:rPr lang="en-US" dirty="0"/>
            <a:t>ADMIN</a:t>
          </a:r>
          <a:endParaRPr lang="ar-AE" dirty="0"/>
        </a:p>
      </dgm:t>
    </dgm:pt>
    <dgm:pt modelId="{7F221100-BA0A-40B6-B85C-7A6163E953DE}" type="par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5253C615-22BB-475D-BF79-F82543DFB958}" type="sib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01599091-D77B-429B-AE60-A82884833C7A}">
      <dgm:prSet phldrT="[Text]"/>
      <dgm:spPr/>
      <dgm:t>
        <a:bodyPr/>
        <a:lstStyle/>
        <a:p>
          <a:pPr rtl="1"/>
          <a:r>
            <a:rPr lang="en-US" dirty="0"/>
            <a:t>Manage Users</a:t>
          </a:r>
          <a:endParaRPr lang="ar-AE" dirty="0"/>
        </a:p>
      </dgm:t>
    </dgm:pt>
    <dgm:pt modelId="{D429122F-B073-4578-96C6-C85049127536}" type="par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6CD8D990-B2EA-476D-99A2-F901F6A565B8}" type="sib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BA601FF6-063E-4786-911A-6A10D1741327}">
      <dgm:prSet phldrT="[Text]"/>
      <dgm:spPr/>
      <dgm:t>
        <a:bodyPr/>
        <a:lstStyle/>
        <a:p>
          <a:pPr rtl="1"/>
          <a:r>
            <a:rPr lang="en-US" dirty="0"/>
            <a:t>Manage system Settings</a:t>
          </a:r>
          <a:endParaRPr lang="ar-AE" dirty="0"/>
        </a:p>
      </dgm:t>
    </dgm:pt>
    <dgm:pt modelId="{D0DB9B48-7A4E-4FAC-B8BE-93315C67DDC7}" type="par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DA053CEA-F3FB-495B-B22F-B4BBDF0DE43B}" type="sib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87DE0371-1386-489B-A249-F8EE798DAEA1}">
      <dgm:prSet phldrT="[Text]"/>
      <dgm:spPr/>
      <dgm:t>
        <a:bodyPr/>
        <a:lstStyle/>
        <a:p>
          <a:pPr rtl="1"/>
          <a:r>
            <a:rPr lang="en-US" dirty="0"/>
            <a:t>Manage Payment Methods</a:t>
          </a:r>
          <a:endParaRPr lang="ar-AE" dirty="0"/>
        </a:p>
      </dgm:t>
    </dgm:pt>
    <dgm:pt modelId="{F6999B2A-030F-4739-8335-02CD0C7821D5}" type="par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CABC6747-7377-4997-888B-ABC2E3A10882}" type="sib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2BF4CFE4-521B-4C76-A9F8-DE78E940FB06}">
      <dgm:prSet phldrT="[Text]"/>
      <dgm:spPr/>
      <dgm:t>
        <a:bodyPr/>
        <a:lstStyle/>
        <a:p>
          <a:pPr rtl="1"/>
          <a:r>
            <a:rPr lang="en-US" dirty="0"/>
            <a:t>Manage Categories</a:t>
          </a:r>
          <a:endParaRPr lang="ar-AE" dirty="0"/>
        </a:p>
      </dgm:t>
    </dgm:pt>
    <dgm:pt modelId="{20B17FED-46EF-472E-A7F5-F021D1759626}" type="par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4587E35C-7A14-4F54-8260-1470E6F312E5}" type="sib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CFC875BE-A3BC-4870-BCD4-394DFA01D22E}">
      <dgm:prSet/>
      <dgm:spPr/>
      <dgm:t>
        <a:bodyPr/>
        <a:lstStyle/>
        <a:p>
          <a:pPr rtl="1"/>
          <a:r>
            <a:rPr lang="en-US" dirty="0"/>
            <a:t>View Statistics</a:t>
          </a:r>
          <a:endParaRPr lang="ar-AE" dirty="0"/>
        </a:p>
      </dgm:t>
    </dgm:pt>
    <dgm:pt modelId="{ECBD277A-2B03-4D1C-B9E9-4D894329E338}" type="parTrans" cxnId="{AE6671F2-AF1C-403F-BD0F-A707DFA9D1F3}">
      <dgm:prSet/>
      <dgm:spPr/>
      <dgm:t>
        <a:bodyPr/>
        <a:lstStyle/>
        <a:p>
          <a:pPr rtl="1"/>
          <a:endParaRPr lang="ar-AE"/>
        </a:p>
      </dgm:t>
    </dgm:pt>
    <dgm:pt modelId="{7564CF63-4130-423D-8839-77B3CF9038B0}" type="sibTrans" cxnId="{AE6671F2-AF1C-403F-BD0F-A707DFA9D1F3}">
      <dgm:prSet/>
      <dgm:spPr/>
      <dgm:t>
        <a:bodyPr/>
        <a:lstStyle/>
        <a:p>
          <a:pPr rtl="1"/>
          <a:endParaRPr lang="ar-AE"/>
        </a:p>
      </dgm:t>
    </dgm:pt>
    <dgm:pt modelId="{50853B1B-0B8D-404B-AD6C-7283EDF465BC}">
      <dgm:prSet/>
      <dgm:spPr/>
      <dgm:t>
        <a:bodyPr/>
        <a:lstStyle/>
        <a:p>
          <a:pPr rtl="1"/>
          <a:r>
            <a:rPr lang="en-US" dirty="0"/>
            <a:t>Export Reports</a:t>
          </a:r>
          <a:endParaRPr lang="ar-AE" dirty="0"/>
        </a:p>
      </dgm:t>
    </dgm:pt>
    <dgm:pt modelId="{DBBF9466-9D68-4131-A704-A1FA1317B88E}" type="parTrans" cxnId="{E2EE05B3-DB15-496D-9894-8311C714500B}">
      <dgm:prSet/>
      <dgm:spPr/>
      <dgm:t>
        <a:bodyPr/>
        <a:lstStyle/>
        <a:p>
          <a:pPr rtl="1"/>
          <a:endParaRPr lang="ar-AE"/>
        </a:p>
      </dgm:t>
    </dgm:pt>
    <dgm:pt modelId="{1DF999AB-7CBF-415D-8F75-F9670EC8D906}" type="sibTrans" cxnId="{E2EE05B3-DB15-496D-9894-8311C714500B}">
      <dgm:prSet/>
      <dgm:spPr/>
      <dgm:t>
        <a:bodyPr/>
        <a:lstStyle/>
        <a:p>
          <a:pPr rtl="1"/>
          <a:endParaRPr lang="ar-AE"/>
        </a:p>
      </dgm:t>
    </dgm:pt>
    <dgm:pt modelId="{B44E1911-2F48-48FA-A86A-F165FFD77DB2}" type="pres">
      <dgm:prSet presAssocID="{C71FD352-D4C3-40E1-AB64-9FD50BE0CF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DBAD7B-5A00-4AEE-B35E-29DF4145648F}" type="pres">
      <dgm:prSet presAssocID="{94E7F472-9BD2-44B6-B6C3-A6E8929BE754}" presName="centerShape" presStyleLbl="node0" presStyleIdx="0" presStyleCnt="1"/>
      <dgm:spPr/>
    </dgm:pt>
    <dgm:pt modelId="{5FD2BE43-9E27-49B6-A06D-FE520E72C5FD}" type="pres">
      <dgm:prSet presAssocID="{01599091-D77B-429B-AE60-A82884833C7A}" presName="node" presStyleLbl="node1" presStyleIdx="0" presStyleCnt="6">
        <dgm:presLayoutVars>
          <dgm:bulletEnabled val="1"/>
        </dgm:presLayoutVars>
      </dgm:prSet>
      <dgm:spPr/>
    </dgm:pt>
    <dgm:pt modelId="{1A219FD5-AB5C-468B-B235-09647C1A6A15}" type="pres">
      <dgm:prSet presAssocID="{01599091-D77B-429B-AE60-A82884833C7A}" presName="dummy" presStyleCnt="0"/>
      <dgm:spPr/>
    </dgm:pt>
    <dgm:pt modelId="{0EA6122F-CC13-4A0E-907D-A49086E32904}" type="pres">
      <dgm:prSet presAssocID="{6CD8D990-B2EA-476D-99A2-F901F6A565B8}" presName="sibTrans" presStyleLbl="sibTrans2D1" presStyleIdx="0" presStyleCnt="6"/>
      <dgm:spPr/>
    </dgm:pt>
    <dgm:pt modelId="{1BA3BEAF-1546-4977-938A-A81807F1CC17}" type="pres">
      <dgm:prSet presAssocID="{BA601FF6-063E-4786-911A-6A10D1741327}" presName="node" presStyleLbl="node1" presStyleIdx="1" presStyleCnt="6">
        <dgm:presLayoutVars>
          <dgm:bulletEnabled val="1"/>
        </dgm:presLayoutVars>
      </dgm:prSet>
      <dgm:spPr/>
    </dgm:pt>
    <dgm:pt modelId="{44DD2553-11BA-4942-B7E1-27109345CEE2}" type="pres">
      <dgm:prSet presAssocID="{BA601FF6-063E-4786-911A-6A10D1741327}" presName="dummy" presStyleCnt="0"/>
      <dgm:spPr/>
    </dgm:pt>
    <dgm:pt modelId="{5147920A-2102-47BD-82E8-D476D26F0AF5}" type="pres">
      <dgm:prSet presAssocID="{DA053CEA-F3FB-495B-B22F-B4BBDF0DE43B}" presName="sibTrans" presStyleLbl="sibTrans2D1" presStyleIdx="1" presStyleCnt="6"/>
      <dgm:spPr/>
    </dgm:pt>
    <dgm:pt modelId="{B24DD2BC-625A-4538-B0B1-A1A435D607AD}" type="pres">
      <dgm:prSet presAssocID="{87DE0371-1386-489B-A249-F8EE798DAEA1}" presName="node" presStyleLbl="node1" presStyleIdx="2" presStyleCnt="6">
        <dgm:presLayoutVars>
          <dgm:bulletEnabled val="1"/>
        </dgm:presLayoutVars>
      </dgm:prSet>
      <dgm:spPr/>
    </dgm:pt>
    <dgm:pt modelId="{221FF297-740B-4F73-9D5A-3751FEE47822}" type="pres">
      <dgm:prSet presAssocID="{87DE0371-1386-489B-A249-F8EE798DAEA1}" presName="dummy" presStyleCnt="0"/>
      <dgm:spPr/>
    </dgm:pt>
    <dgm:pt modelId="{8EC0535F-8616-40F2-B1EB-033A93565D85}" type="pres">
      <dgm:prSet presAssocID="{CABC6747-7377-4997-888B-ABC2E3A10882}" presName="sibTrans" presStyleLbl="sibTrans2D1" presStyleIdx="2" presStyleCnt="6"/>
      <dgm:spPr/>
    </dgm:pt>
    <dgm:pt modelId="{4ED98508-54AE-44ED-8FA2-D0AAACD16BC4}" type="pres">
      <dgm:prSet presAssocID="{2BF4CFE4-521B-4C76-A9F8-DE78E940FB06}" presName="node" presStyleLbl="node1" presStyleIdx="3" presStyleCnt="6">
        <dgm:presLayoutVars>
          <dgm:bulletEnabled val="1"/>
        </dgm:presLayoutVars>
      </dgm:prSet>
      <dgm:spPr/>
    </dgm:pt>
    <dgm:pt modelId="{D01D820D-E285-445F-9ED1-010588A11341}" type="pres">
      <dgm:prSet presAssocID="{2BF4CFE4-521B-4C76-A9F8-DE78E940FB06}" presName="dummy" presStyleCnt="0"/>
      <dgm:spPr/>
    </dgm:pt>
    <dgm:pt modelId="{4C1167CC-0CC7-4DFB-9441-5AFC9186A1C5}" type="pres">
      <dgm:prSet presAssocID="{4587E35C-7A14-4F54-8260-1470E6F312E5}" presName="sibTrans" presStyleLbl="sibTrans2D1" presStyleIdx="3" presStyleCnt="6"/>
      <dgm:spPr/>
    </dgm:pt>
    <dgm:pt modelId="{7AE78FE2-D33B-4455-B4E0-6DC05F250BC6}" type="pres">
      <dgm:prSet presAssocID="{50853B1B-0B8D-404B-AD6C-7283EDF465BC}" presName="node" presStyleLbl="node1" presStyleIdx="4" presStyleCnt="6">
        <dgm:presLayoutVars>
          <dgm:bulletEnabled val="1"/>
        </dgm:presLayoutVars>
      </dgm:prSet>
      <dgm:spPr/>
    </dgm:pt>
    <dgm:pt modelId="{B91E0575-858E-4F49-BD3A-ABF787178CD7}" type="pres">
      <dgm:prSet presAssocID="{50853B1B-0B8D-404B-AD6C-7283EDF465BC}" presName="dummy" presStyleCnt="0"/>
      <dgm:spPr/>
    </dgm:pt>
    <dgm:pt modelId="{17F6D1F3-7F9E-4E9A-B11C-0D084C447CEA}" type="pres">
      <dgm:prSet presAssocID="{1DF999AB-7CBF-415D-8F75-F9670EC8D906}" presName="sibTrans" presStyleLbl="sibTrans2D1" presStyleIdx="4" presStyleCnt="6"/>
      <dgm:spPr/>
    </dgm:pt>
    <dgm:pt modelId="{545E5462-EF25-4D2F-A567-D4EF4ACB713B}" type="pres">
      <dgm:prSet presAssocID="{CFC875BE-A3BC-4870-BCD4-394DFA01D22E}" presName="node" presStyleLbl="node1" presStyleIdx="5" presStyleCnt="6">
        <dgm:presLayoutVars>
          <dgm:bulletEnabled val="1"/>
        </dgm:presLayoutVars>
      </dgm:prSet>
      <dgm:spPr/>
    </dgm:pt>
    <dgm:pt modelId="{F80E183E-26ED-4480-9841-1F83BAE71B83}" type="pres">
      <dgm:prSet presAssocID="{CFC875BE-A3BC-4870-BCD4-394DFA01D22E}" presName="dummy" presStyleCnt="0"/>
      <dgm:spPr/>
    </dgm:pt>
    <dgm:pt modelId="{95ADBC73-F5F4-4276-A5C2-0F543557A553}" type="pres">
      <dgm:prSet presAssocID="{7564CF63-4130-423D-8839-77B3CF9038B0}" presName="sibTrans" presStyleLbl="sibTrans2D1" presStyleIdx="5" presStyleCnt="6"/>
      <dgm:spPr/>
    </dgm:pt>
  </dgm:ptLst>
  <dgm:cxnLst>
    <dgm:cxn modelId="{574E1800-79EE-4D22-840D-9BB5F7D01BDC}" type="presOf" srcId="{6CD8D990-B2EA-476D-99A2-F901F6A565B8}" destId="{0EA6122F-CC13-4A0E-907D-A49086E32904}" srcOrd="0" destOrd="0" presId="urn:microsoft.com/office/officeart/2005/8/layout/radial6"/>
    <dgm:cxn modelId="{7D688904-431C-48FC-A3D0-74FCB4A41937}" srcId="{94E7F472-9BD2-44B6-B6C3-A6E8929BE754}" destId="{01599091-D77B-429B-AE60-A82884833C7A}" srcOrd="0" destOrd="0" parTransId="{D429122F-B073-4578-96C6-C85049127536}" sibTransId="{6CD8D990-B2EA-476D-99A2-F901F6A565B8}"/>
    <dgm:cxn modelId="{BE9E9B28-257E-4172-A90B-A1B4D1243288}" type="presOf" srcId="{4587E35C-7A14-4F54-8260-1470E6F312E5}" destId="{4C1167CC-0CC7-4DFB-9441-5AFC9186A1C5}" srcOrd="0" destOrd="0" presId="urn:microsoft.com/office/officeart/2005/8/layout/radial6"/>
    <dgm:cxn modelId="{D1F06941-4947-48A9-80F8-2E0669EB3040}" type="presOf" srcId="{BA601FF6-063E-4786-911A-6A10D1741327}" destId="{1BA3BEAF-1546-4977-938A-A81807F1CC17}" srcOrd="0" destOrd="0" presId="urn:microsoft.com/office/officeart/2005/8/layout/radial6"/>
    <dgm:cxn modelId="{5FC8BF67-E2D8-4187-861F-55B83D04A9C8}" type="presOf" srcId="{C71FD352-D4C3-40E1-AB64-9FD50BE0CF7D}" destId="{B44E1911-2F48-48FA-A86A-F165FFD77DB2}" srcOrd="0" destOrd="0" presId="urn:microsoft.com/office/officeart/2005/8/layout/radial6"/>
    <dgm:cxn modelId="{C45C5A48-E112-46C8-8AC0-E2515700F043}" type="presOf" srcId="{DA053CEA-F3FB-495B-B22F-B4BBDF0DE43B}" destId="{5147920A-2102-47BD-82E8-D476D26F0AF5}" srcOrd="0" destOrd="0" presId="urn:microsoft.com/office/officeart/2005/8/layout/radial6"/>
    <dgm:cxn modelId="{6049D34B-81AB-455C-B276-BB9D0D671B32}" type="presOf" srcId="{CFC875BE-A3BC-4870-BCD4-394DFA01D22E}" destId="{545E5462-EF25-4D2F-A567-D4EF4ACB713B}" srcOrd="0" destOrd="0" presId="urn:microsoft.com/office/officeart/2005/8/layout/radial6"/>
    <dgm:cxn modelId="{2076664D-C7A8-496A-AFE9-45E958204067}" type="presOf" srcId="{7564CF63-4130-423D-8839-77B3CF9038B0}" destId="{95ADBC73-F5F4-4276-A5C2-0F543557A553}" srcOrd="0" destOrd="0" presId="urn:microsoft.com/office/officeart/2005/8/layout/radial6"/>
    <dgm:cxn modelId="{C8FE2450-E58F-42B0-99D9-1758B44072C9}" type="presOf" srcId="{1DF999AB-7CBF-415D-8F75-F9670EC8D906}" destId="{17F6D1F3-7F9E-4E9A-B11C-0D084C447CEA}" srcOrd="0" destOrd="0" presId="urn:microsoft.com/office/officeart/2005/8/layout/radial6"/>
    <dgm:cxn modelId="{EF07DC70-8C9E-4F69-B723-F32E329A929B}" type="presOf" srcId="{87DE0371-1386-489B-A249-F8EE798DAEA1}" destId="{B24DD2BC-625A-4538-B0B1-A1A435D607AD}" srcOrd="0" destOrd="0" presId="urn:microsoft.com/office/officeart/2005/8/layout/radial6"/>
    <dgm:cxn modelId="{E0B5BA74-653F-4D36-9D71-4CEE66559E5D}" srcId="{C71FD352-D4C3-40E1-AB64-9FD50BE0CF7D}" destId="{94E7F472-9BD2-44B6-B6C3-A6E8929BE754}" srcOrd="0" destOrd="0" parTransId="{7F221100-BA0A-40B6-B85C-7A6163E953DE}" sibTransId="{5253C615-22BB-475D-BF79-F82543DFB958}"/>
    <dgm:cxn modelId="{18F60879-CAFB-45A7-8D73-13AC1A90B117}" type="presOf" srcId="{CABC6747-7377-4997-888B-ABC2E3A10882}" destId="{8EC0535F-8616-40F2-B1EB-033A93565D85}" srcOrd="0" destOrd="0" presId="urn:microsoft.com/office/officeart/2005/8/layout/radial6"/>
    <dgm:cxn modelId="{5B38F29D-CCD9-48A3-AD45-97DE5773FF33}" srcId="{94E7F472-9BD2-44B6-B6C3-A6E8929BE754}" destId="{BA601FF6-063E-4786-911A-6A10D1741327}" srcOrd="1" destOrd="0" parTransId="{D0DB9B48-7A4E-4FAC-B8BE-93315C67DDC7}" sibTransId="{DA053CEA-F3FB-495B-B22F-B4BBDF0DE43B}"/>
    <dgm:cxn modelId="{A58378B1-2236-4089-AE8A-B83B5D9ACC38}" srcId="{94E7F472-9BD2-44B6-B6C3-A6E8929BE754}" destId="{87DE0371-1386-489B-A249-F8EE798DAEA1}" srcOrd="2" destOrd="0" parTransId="{F6999B2A-030F-4739-8335-02CD0C7821D5}" sibTransId="{CABC6747-7377-4997-888B-ABC2E3A10882}"/>
    <dgm:cxn modelId="{E2EE05B3-DB15-496D-9894-8311C714500B}" srcId="{94E7F472-9BD2-44B6-B6C3-A6E8929BE754}" destId="{50853B1B-0B8D-404B-AD6C-7283EDF465BC}" srcOrd="4" destOrd="0" parTransId="{DBBF9466-9D68-4131-A704-A1FA1317B88E}" sibTransId="{1DF999AB-7CBF-415D-8F75-F9670EC8D906}"/>
    <dgm:cxn modelId="{4276F4C2-9F21-4DAC-B39D-F6FFC1287713}" type="presOf" srcId="{50853B1B-0B8D-404B-AD6C-7283EDF465BC}" destId="{7AE78FE2-D33B-4455-B4E0-6DC05F250BC6}" srcOrd="0" destOrd="0" presId="urn:microsoft.com/office/officeart/2005/8/layout/radial6"/>
    <dgm:cxn modelId="{CD57E3C5-8C18-49B9-98BE-F090C24412AC}" type="presOf" srcId="{01599091-D77B-429B-AE60-A82884833C7A}" destId="{5FD2BE43-9E27-49B6-A06D-FE520E72C5FD}" srcOrd="0" destOrd="0" presId="urn:microsoft.com/office/officeart/2005/8/layout/radial6"/>
    <dgm:cxn modelId="{F57941D8-4022-47C4-A9D2-DBB8E38A6398}" type="presOf" srcId="{94E7F472-9BD2-44B6-B6C3-A6E8929BE754}" destId="{3DDBAD7B-5A00-4AEE-B35E-29DF4145648F}" srcOrd="0" destOrd="0" presId="urn:microsoft.com/office/officeart/2005/8/layout/radial6"/>
    <dgm:cxn modelId="{21C345EE-B31C-4758-9034-B4D2E36B43C2}" type="presOf" srcId="{2BF4CFE4-521B-4C76-A9F8-DE78E940FB06}" destId="{4ED98508-54AE-44ED-8FA2-D0AAACD16BC4}" srcOrd="0" destOrd="0" presId="urn:microsoft.com/office/officeart/2005/8/layout/radial6"/>
    <dgm:cxn modelId="{8A4357F0-C61F-4252-8A83-F9D5ABF7A487}" srcId="{94E7F472-9BD2-44B6-B6C3-A6E8929BE754}" destId="{2BF4CFE4-521B-4C76-A9F8-DE78E940FB06}" srcOrd="3" destOrd="0" parTransId="{20B17FED-46EF-472E-A7F5-F021D1759626}" sibTransId="{4587E35C-7A14-4F54-8260-1470E6F312E5}"/>
    <dgm:cxn modelId="{AE6671F2-AF1C-403F-BD0F-A707DFA9D1F3}" srcId="{94E7F472-9BD2-44B6-B6C3-A6E8929BE754}" destId="{CFC875BE-A3BC-4870-BCD4-394DFA01D22E}" srcOrd="5" destOrd="0" parTransId="{ECBD277A-2B03-4D1C-B9E9-4D894329E338}" sibTransId="{7564CF63-4130-423D-8839-77B3CF9038B0}"/>
    <dgm:cxn modelId="{106A6CA4-055C-4043-BB2B-0971EB9A28D0}" type="presParOf" srcId="{B44E1911-2F48-48FA-A86A-F165FFD77DB2}" destId="{3DDBAD7B-5A00-4AEE-B35E-29DF4145648F}" srcOrd="0" destOrd="0" presId="urn:microsoft.com/office/officeart/2005/8/layout/radial6"/>
    <dgm:cxn modelId="{F411A607-6DD4-4408-A773-3165B31638D0}" type="presParOf" srcId="{B44E1911-2F48-48FA-A86A-F165FFD77DB2}" destId="{5FD2BE43-9E27-49B6-A06D-FE520E72C5FD}" srcOrd="1" destOrd="0" presId="urn:microsoft.com/office/officeart/2005/8/layout/radial6"/>
    <dgm:cxn modelId="{0AE7D661-B3D7-41C7-8D9C-2B7626F43386}" type="presParOf" srcId="{B44E1911-2F48-48FA-A86A-F165FFD77DB2}" destId="{1A219FD5-AB5C-468B-B235-09647C1A6A15}" srcOrd="2" destOrd="0" presId="urn:microsoft.com/office/officeart/2005/8/layout/radial6"/>
    <dgm:cxn modelId="{B58FC680-E573-453C-98C7-2A934FDBB270}" type="presParOf" srcId="{B44E1911-2F48-48FA-A86A-F165FFD77DB2}" destId="{0EA6122F-CC13-4A0E-907D-A49086E32904}" srcOrd="3" destOrd="0" presId="urn:microsoft.com/office/officeart/2005/8/layout/radial6"/>
    <dgm:cxn modelId="{98F9DFE9-E825-44B5-BB52-CC48B428E5C2}" type="presParOf" srcId="{B44E1911-2F48-48FA-A86A-F165FFD77DB2}" destId="{1BA3BEAF-1546-4977-938A-A81807F1CC17}" srcOrd="4" destOrd="0" presId="urn:microsoft.com/office/officeart/2005/8/layout/radial6"/>
    <dgm:cxn modelId="{B4882768-6687-482D-8154-94DEEDFBC977}" type="presParOf" srcId="{B44E1911-2F48-48FA-A86A-F165FFD77DB2}" destId="{44DD2553-11BA-4942-B7E1-27109345CEE2}" srcOrd="5" destOrd="0" presId="urn:microsoft.com/office/officeart/2005/8/layout/radial6"/>
    <dgm:cxn modelId="{D31E7588-56D1-429B-ABC1-A03732BF93FE}" type="presParOf" srcId="{B44E1911-2F48-48FA-A86A-F165FFD77DB2}" destId="{5147920A-2102-47BD-82E8-D476D26F0AF5}" srcOrd="6" destOrd="0" presId="urn:microsoft.com/office/officeart/2005/8/layout/radial6"/>
    <dgm:cxn modelId="{5B35C0FD-09DD-4393-B61C-23A4F4204E65}" type="presParOf" srcId="{B44E1911-2F48-48FA-A86A-F165FFD77DB2}" destId="{B24DD2BC-625A-4538-B0B1-A1A435D607AD}" srcOrd="7" destOrd="0" presId="urn:microsoft.com/office/officeart/2005/8/layout/radial6"/>
    <dgm:cxn modelId="{50F6093A-5B10-4793-BD56-06067514F744}" type="presParOf" srcId="{B44E1911-2F48-48FA-A86A-F165FFD77DB2}" destId="{221FF297-740B-4F73-9D5A-3751FEE47822}" srcOrd="8" destOrd="0" presId="urn:microsoft.com/office/officeart/2005/8/layout/radial6"/>
    <dgm:cxn modelId="{EDE616F1-C490-45B5-9470-A98216303162}" type="presParOf" srcId="{B44E1911-2F48-48FA-A86A-F165FFD77DB2}" destId="{8EC0535F-8616-40F2-B1EB-033A93565D85}" srcOrd="9" destOrd="0" presId="urn:microsoft.com/office/officeart/2005/8/layout/radial6"/>
    <dgm:cxn modelId="{9A2787F9-F368-4DAC-947D-BA8A04BE8DE4}" type="presParOf" srcId="{B44E1911-2F48-48FA-A86A-F165FFD77DB2}" destId="{4ED98508-54AE-44ED-8FA2-D0AAACD16BC4}" srcOrd="10" destOrd="0" presId="urn:microsoft.com/office/officeart/2005/8/layout/radial6"/>
    <dgm:cxn modelId="{1DDFAFF5-41FE-4628-BF5D-82452C52AD3B}" type="presParOf" srcId="{B44E1911-2F48-48FA-A86A-F165FFD77DB2}" destId="{D01D820D-E285-445F-9ED1-010588A11341}" srcOrd="11" destOrd="0" presId="urn:microsoft.com/office/officeart/2005/8/layout/radial6"/>
    <dgm:cxn modelId="{90F8B82D-35A5-44CE-8F6A-35B133510B79}" type="presParOf" srcId="{B44E1911-2F48-48FA-A86A-F165FFD77DB2}" destId="{4C1167CC-0CC7-4DFB-9441-5AFC9186A1C5}" srcOrd="12" destOrd="0" presId="urn:microsoft.com/office/officeart/2005/8/layout/radial6"/>
    <dgm:cxn modelId="{EA23BE79-64C3-40A8-92CF-0A48D40AFC08}" type="presParOf" srcId="{B44E1911-2F48-48FA-A86A-F165FFD77DB2}" destId="{7AE78FE2-D33B-4455-B4E0-6DC05F250BC6}" srcOrd="13" destOrd="0" presId="urn:microsoft.com/office/officeart/2005/8/layout/radial6"/>
    <dgm:cxn modelId="{08FBA04E-9184-4CCB-97A0-DFCC0071A691}" type="presParOf" srcId="{B44E1911-2F48-48FA-A86A-F165FFD77DB2}" destId="{B91E0575-858E-4F49-BD3A-ABF787178CD7}" srcOrd="14" destOrd="0" presId="urn:microsoft.com/office/officeart/2005/8/layout/radial6"/>
    <dgm:cxn modelId="{C5764C2A-7C81-43A5-8E28-9D0470561A0A}" type="presParOf" srcId="{B44E1911-2F48-48FA-A86A-F165FFD77DB2}" destId="{17F6D1F3-7F9E-4E9A-B11C-0D084C447CEA}" srcOrd="15" destOrd="0" presId="urn:microsoft.com/office/officeart/2005/8/layout/radial6"/>
    <dgm:cxn modelId="{41CE8A46-CAF8-4F48-B672-B03B4832A0A2}" type="presParOf" srcId="{B44E1911-2F48-48FA-A86A-F165FFD77DB2}" destId="{545E5462-EF25-4D2F-A567-D4EF4ACB713B}" srcOrd="16" destOrd="0" presId="urn:microsoft.com/office/officeart/2005/8/layout/radial6"/>
    <dgm:cxn modelId="{E043DEC0-7BFC-4FBB-AA09-EFB61BA34EDF}" type="presParOf" srcId="{B44E1911-2F48-48FA-A86A-F165FFD77DB2}" destId="{F80E183E-26ED-4480-9841-1F83BAE71B83}" srcOrd="17" destOrd="0" presId="urn:microsoft.com/office/officeart/2005/8/layout/radial6"/>
    <dgm:cxn modelId="{B7F3902F-8B85-4D46-8B2F-8AE0FC266C66}" type="presParOf" srcId="{B44E1911-2F48-48FA-A86A-F165FFD77DB2}" destId="{95ADBC73-F5F4-4276-A5C2-0F543557A553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1FD352-D4C3-40E1-AB64-9FD50BE0CF7D}" type="doc">
      <dgm:prSet loTypeId="urn:microsoft.com/office/officeart/2005/8/layout/radial6" loCatId="cycle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ar-AE"/>
        </a:p>
      </dgm:t>
    </dgm:pt>
    <dgm:pt modelId="{94E7F472-9BD2-44B6-B6C3-A6E8929BE754}">
      <dgm:prSet phldrT="[Text]"/>
      <dgm:spPr/>
      <dgm:t>
        <a:bodyPr/>
        <a:lstStyle/>
        <a:p>
          <a:pPr rtl="1"/>
          <a:r>
            <a:rPr lang="en-US" dirty="0"/>
            <a:t>STUDENT</a:t>
          </a:r>
          <a:endParaRPr lang="ar-AE" dirty="0"/>
        </a:p>
      </dgm:t>
    </dgm:pt>
    <dgm:pt modelId="{7F221100-BA0A-40B6-B85C-7A6163E953DE}" type="par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5253C615-22BB-475D-BF79-F82543DFB958}" type="sib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01599091-D77B-429B-AE60-A82884833C7A}">
      <dgm:prSet phldrT="[Text]"/>
      <dgm:spPr/>
      <dgm:t>
        <a:bodyPr/>
        <a:lstStyle/>
        <a:p>
          <a:pPr rtl="1"/>
          <a:r>
            <a:rPr lang="en-US" dirty="0"/>
            <a:t>Manage Registrations</a:t>
          </a:r>
          <a:endParaRPr lang="ar-AE" dirty="0"/>
        </a:p>
      </dgm:t>
    </dgm:pt>
    <dgm:pt modelId="{D429122F-B073-4578-96C6-C85049127536}" type="par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6CD8D990-B2EA-476D-99A2-F901F6A565B8}" type="sib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BA601FF6-063E-4786-911A-6A10D1741327}">
      <dgm:prSet phldrT="[Text]"/>
      <dgm:spPr/>
      <dgm:t>
        <a:bodyPr/>
        <a:lstStyle/>
        <a:p>
          <a:pPr rtl="1"/>
          <a:r>
            <a:rPr lang="en-US" dirty="0"/>
            <a:t>Manage Ratings</a:t>
          </a:r>
          <a:endParaRPr lang="ar-AE" dirty="0"/>
        </a:p>
      </dgm:t>
    </dgm:pt>
    <dgm:pt modelId="{D0DB9B48-7A4E-4FAC-B8BE-93315C67DDC7}" type="par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DA053CEA-F3FB-495B-B22F-B4BBDF0DE43B}" type="sib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87DE0371-1386-489B-A249-F8EE798DAEA1}">
      <dgm:prSet phldrT="[Text]"/>
      <dgm:spPr/>
      <dgm:t>
        <a:bodyPr/>
        <a:lstStyle/>
        <a:p>
          <a:pPr rtl="1"/>
          <a:r>
            <a:rPr lang="en-US" dirty="0"/>
            <a:t>Manage Personal Certificates</a:t>
          </a:r>
          <a:endParaRPr lang="ar-AE" dirty="0"/>
        </a:p>
      </dgm:t>
    </dgm:pt>
    <dgm:pt modelId="{F6999B2A-030F-4739-8335-02CD0C7821D5}" type="par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CABC6747-7377-4997-888B-ABC2E3A10882}" type="sib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B44E1911-2F48-48FA-A86A-F165FFD77DB2}" type="pres">
      <dgm:prSet presAssocID="{C71FD352-D4C3-40E1-AB64-9FD50BE0CF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DBAD7B-5A00-4AEE-B35E-29DF4145648F}" type="pres">
      <dgm:prSet presAssocID="{94E7F472-9BD2-44B6-B6C3-A6E8929BE754}" presName="centerShape" presStyleLbl="node0" presStyleIdx="0" presStyleCnt="1"/>
      <dgm:spPr/>
    </dgm:pt>
    <dgm:pt modelId="{5FD2BE43-9E27-49B6-A06D-FE520E72C5FD}" type="pres">
      <dgm:prSet presAssocID="{01599091-D77B-429B-AE60-A82884833C7A}" presName="node" presStyleLbl="node1" presStyleIdx="0" presStyleCnt="3">
        <dgm:presLayoutVars>
          <dgm:bulletEnabled val="1"/>
        </dgm:presLayoutVars>
      </dgm:prSet>
      <dgm:spPr/>
    </dgm:pt>
    <dgm:pt modelId="{1A219FD5-AB5C-468B-B235-09647C1A6A15}" type="pres">
      <dgm:prSet presAssocID="{01599091-D77B-429B-AE60-A82884833C7A}" presName="dummy" presStyleCnt="0"/>
      <dgm:spPr/>
    </dgm:pt>
    <dgm:pt modelId="{0EA6122F-CC13-4A0E-907D-A49086E32904}" type="pres">
      <dgm:prSet presAssocID="{6CD8D990-B2EA-476D-99A2-F901F6A565B8}" presName="sibTrans" presStyleLbl="sibTrans2D1" presStyleIdx="0" presStyleCnt="3"/>
      <dgm:spPr/>
    </dgm:pt>
    <dgm:pt modelId="{1BA3BEAF-1546-4977-938A-A81807F1CC17}" type="pres">
      <dgm:prSet presAssocID="{BA601FF6-063E-4786-911A-6A10D1741327}" presName="node" presStyleLbl="node1" presStyleIdx="1" presStyleCnt="3">
        <dgm:presLayoutVars>
          <dgm:bulletEnabled val="1"/>
        </dgm:presLayoutVars>
      </dgm:prSet>
      <dgm:spPr/>
    </dgm:pt>
    <dgm:pt modelId="{44DD2553-11BA-4942-B7E1-27109345CEE2}" type="pres">
      <dgm:prSet presAssocID="{BA601FF6-063E-4786-911A-6A10D1741327}" presName="dummy" presStyleCnt="0"/>
      <dgm:spPr/>
    </dgm:pt>
    <dgm:pt modelId="{5147920A-2102-47BD-82E8-D476D26F0AF5}" type="pres">
      <dgm:prSet presAssocID="{DA053CEA-F3FB-495B-B22F-B4BBDF0DE43B}" presName="sibTrans" presStyleLbl="sibTrans2D1" presStyleIdx="1" presStyleCnt="3"/>
      <dgm:spPr/>
    </dgm:pt>
    <dgm:pt modelId="{B24DD2BC-625A-4538-B0B1-A1A435D607AD}" type="pres">
      <dgm:prSet presAssocID="{87DE0371-1386-489B-A249-F8EE798DAEA1}" presName="node" presStyleLbl="node1" presStyleIdx="2" presStyleCnt="3">
        <dgm:presLayoutVars>
          <dgm:bulletEnabled val="1"/>
        </dgm:presLayoutVars>
      </dgm:prSet>
      <dgm:spPr/>
    </dgm:pt>
    <dgm:pt modelId="{221FF297-740B-4F73-9D5A-3751FEE47822}" type="pres">
      <dgm:prSet presAssocID="{87DE0371-1386-489B-A249-F8EE798DAEA1}" presName="dummy" presStyleCnt="0"/>
      <dgm:spPr/>
    </dgm:pt>
    <dgm:pt modelId="{8EC0535F-8616-40F2-B1EB-033A93565D85}" type="pres">
      <dgm:prSet presAssocID="{CABC6747-7377-4997-888B-ABC2E3A10882}" presName="sibTrans" presStyleLbl="sibTrans2D1" presStyleIdx="2" presStyleCnt="3"/>
      <dgm:spPr/>
    </dgm:pt>
  </dgm:ptLst>
  <dgm:cxnLst>
    <dgm:cxn modelId="{574E1800-79EE-4D22-840D-9BB5F7D01BDC}" type="presOf" srcId="{6CD8D990-B2EA-476D-99A2-F901F6A565B8}" destId="{0EA6122F-CC13-4A0E-907D-A49086E32904}" srcOrd="0" destOrd="0" presId="urn:microsoft.com/office/officeart/2005/8/layout/radial6"/>
    <dgm:cxn modelId="{7D688904-431C-48FC-A3D0-74FCB4A41937}" srcId="{94E7F472-9BD2-44B6-B6C3-A6E8929BE754}" destId="{01599091-D77B-429B-AE60-A82884833C7A}" srcOrd="0" destOrd="0" parTransId="{D429122F-B073-4578-96C6-C85049127536}" sibTransId="{6CD8D990-B2EA-476D-99A2-F901F6A565B8}"/>
    <dgm:cxn modelId="{D1F06941-4947-48A9-80F8-2E0669EB3040}" type="presOf" srcId="{BA601FF6-063E-4786-911A-6A10D1741327}" destId="{1BA3BEAF-1546-4977-938A-A81807F1CC17}" srcOrd="0" destOrd="0" presId="urn:microsoft.com/office/officeart/2005/8/layout/radial6"/>
    <dgm:cxn modelId="{5FC8BF67-E2D8-4187-861F-55B83D04A9C8}" type="presOf" srcId="{C71FD352-D4C3-40E1-AB64-9FD50BE0CF7D}" destId="{B44E1911-2F48-48FA-A86A-F165FFD77DB2}" srcOrd="0" destOrd="0" presId="urn:microsoft.com/office/officeart/2005/8/layout/radial6"/>
    <dgm:cxn modelId="{C45C5A48-E112-46C8-8AC0-E2515700F043}" type="presOf" srcId="{DA053CEA-F3FB-495B-B22F-B4BBDF0DE43B}" destId="{5147920A-2102-47BD-82E8-D476D26F0AF5}" srcOrd="0" destOrd="0" presId="urn:microsoft.com/office/officeart/2005/8/layout/radial6"/>
    <dgm:cxn modelId="{EF07DC70-8C9E-4F69-B723-F32E329A929B}" type="presOf" srcId="{87DE0371-1386-489B-A249-F8EE798DAEA1}" destId="{B24DD2BC-625A-4538-B0B1-A1A435D607AD}" srcOrd="0" destOrd="0" presId="urn:microsoft.com/office/officeart/2005/8/layout/radial6"/>
    <dgm:cxn modelId="{E0B5BA74-653F-4D36-9D71-4CEE66559E5D}" srcId="{C71FD352-D4C3-40E1-AB64-9FD50BE0CF7D}" destId="{94E7F472-9BD2-44B6-B6C3-A6E8929BE754}" srcOrd="0" destOrd="0" parTransId="{7F221100-BA0A-40B6-B85C-7A6163E953DE}" sibTransId="{5253C615-22BB-475D-BF79-F82543DFB958}"/>
    <dgm:cxn modelId="{18F60879-CAFB-45A7-8D73-13AC1A90B117}" type="presOf" srcId="{CABC6747-7377-4997-888B-ABC2E3A10882}" destId="{8EC0535F-8616-40F2-B1EB-033A93565D85}" srcOrd="0" destOrd="0" presId="urn:microsoft.com/office/officeart/2005/8/layout/radial6"/>
    <dgm:cxn modelId="{5B38F29D-CCD9-48A3-AD45-97DE5773FF33}" srcId="{94E7F472-9BD2-44B6-B6C3-A6E8929BE754}" destId="{BA601FF6-063E-4786-911A-6A10D1741327}" srcOrd="1" destOrd="0" parTransId="{D0DB9B48-7A4E-4FAC-B8BE-93315C67DDC7}" sibTransId="{DA053CEA-F3FB-495B-B22F-B4BBDF0DE43B}"/>
    <dgm:cxn modelId="{A58378B1-2236-4089-AE8A-B83B5D9ACC38}" srcId="{94E7F472-9BD2-44B6-B6C3-A6E8929BE754}" destId="{87DE0371-1386-489B-A249-F8EE798DAEA1}" srcOrd="2" destOrd="0" parTransId="{F6999B2A-030F-4739-8335-02CD0C7821D5}" sibTransId="{CABC6747-7377-4997-888B-ABC2E3A10882}"/>
    <dgm:cxn modelId="{CD57E3C5-8C18-49B9-98BE-F090C24412AC}" type="presOf" srcId="{01599091-D77B-429B-AE60-A82884833C7A}" destId="{5FD2BE43-9E27-49B6-A06D-FE520E72C5FD}" srcOrd="0" destOrd="0" presId="urn:microsoft.com/office/officeart/2005/8/layout/radial6"/>
    <dgm:cxn modelId="{F57941D8-4022-47C4-A9D2-DBB8E38A6398}" type="presOf" srcId="{94E7F472-9BD2-44B6-B6C3-A6E8929BE754}" destId="{3DDBAD7B-5A00-4AEE-B35E-29DF4145648F}" srcOrd="0" destOrd="0" presId="urn:microsoft.com/office/officeart/2005/8/layout/radial6"/>
    <dgm:cxn modelId="{106A6CA4-055C-4043-BB2B-0971EB9A28D0}" type="presParOf" srcId="{B44E1911-2F48-48FA-A86A-F165FFD77DB2}" destId="{3DDBAD7B-5A00-4AEE-B35E-29DF4145648F}" srcOrd="0" destOrd="0" presId="urn:microsoft.com/office/officeart/2005/8/layout/radial6"/>
    <dgm:cxn modelId="{F411A607-6DD4-4408-A773-3165B31638D0}" type="presParOf" srcId="{B44E1911-2F48-48FA-A86A-F165FFD77DB2}" destId="{5FD2BE43-9E27-49B6-A06D-FE520E72C5FD}" srcOrd="1" destOrd="0" presId="urn:microsoft.com/office/officeart/2005/8/layout/radial6"/>
    <dgm:cxn modelId="{0AE7D661-B3D7-41C7-8D9C-2B7626F43386}" type="presParOf" srcId="{B44E1911-2F48-48FA-A86A-F165FFD77DB2}" destId="{1A219FD5-AB5C-468B-B235-09647C1A6A15}" srcOrd="2" destOrd="0" presId="urn:microsoft.com/office/officeart/2005/8/layout/radial6"/>
    <dgm:cxn modelId="{B58FC680-E573-453C-98C7-2A934FDBB270}" type="presParOf" srcId="{B44E1911-2F48-48FA-A86A-F165FFD77DB2}" destId="{0EA6122F-CC13-4A0E-907D-A49086E32904}" srcOrd="3" destOrd="0" presId="urn:microsoft.com/office/officeart/2005/8/layout/radial6"/>
    <dgm:cxn modelId="{98F9DFE9-E825-44B5-BB52-CC48B428E5C2}" type="presParOf" srcId="{B44E1911-2F48-48FA-A86A-F165FFD77DB2}" destId="{1BA3BEAF-1546-4977-938A-A81807F1CC17}" srcOrd="4" destOrd="0" presId="urn:microsoft.com/office/officeart/2005/8/layout/radial6"/>
    <dgm:cxn modelId="{B4882768-6687-482D-8154-94DEEDFBC977}" type="presParOf" srcId="{B44E1911-2F48-48FA-A86A-F165FFD77DB2}" destId="{44DD2553-11BA-4942-B7E1-27109345CEE2}" srcOrd="5" destOrd="0" presId="urn:microsoft.com/office/officeart/2005/8/layout/radial6"/>
    <dgm:cxn modelId="{D31E7588-56D1-429B-ABC1-A03732BF93FE}" type="presParOf" srcId="{B44E1911-2F48-48FA-A86A-F165FFD77DB2}" destId="{5147920A-2102-47BD-82E8-D476D26F0AF5}" srcOrd="6" destOrd="0" presId="urn:microsoft.com/office/officeart/2005/8/layout/radial6"/>
    <dgm:cxn modelId="{5B35C0FD-09DD-4393-B61C-23A4F4204E65}" type="presParOf" srcId="{B44E1911-2F48-48FA-A86A-F165FFD77DB2}" destId="{B24DD2BC-625A-4538-B0B1-A1A435D607AD}" srcOrd="7" destOrd="0" presId="urn:microsoft.com/office/officeart/2005/8/layout/radial6"/>
    <dgm:cxn modelId="{50F6093A-5B10-4793-BD56-06067514F744}" type="presParOf" srcId="{B44E1911-2F48-48FA-A86A-F165FFD77DB2}" destId="{221FF297-740B-4F73-9D5A-3751FEE47822}" srcOrd="8" destOrd="0" presId="urn:microsoft.com/office/officeart/2005/8/layout/radial6"/>
    <dgm:cxn modelId="{EDE616F1-C490-45B5-9470-A98216303162}" type="presParOf" srcId="{B44E1911-2F48-48FA-A86A-F165FFD77DB2}" destId="{8EC0535F-8616-40F2-B1EB-033A93565D85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1FD352-D4C3-40E1-AB64-9FD50BE0CF7D}" type="doc">
      <dgm:prSet loTypeId="urn:microsoft.com/office/officeart/2005/8/layout/radial6" loCatId="cycle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pPr rtl="1"/>
          <a:endParaRPr lang="ar-AE"/>
        </a:p>
      </dgm:t>
    </dgm:pt>
    <dgm:pt modelId="{94E7F472-9BD2-44B6-B6C3-A6E8929BE754}">
      <dgm:prSet phldrT="[Text]"/>
      <dgm:spPr/>
      <dgm:t>
        <a:bodyPr/>
        <a:lstStyle/>
        <a:p>
          <a:pPr rtl="1"/>
          <a:r>
            <a:rPr lang="en-US" dirty="0"/>
            <a:t>TEACHER</a:t>
          </a:r>
          <a:endParaRPr lang="ar-AE" dirty="0"/>
        </a:p>
      </dgm:t>
    </dgm:pt>
    <dgm:pt modelId="{7F221100-BA0A-40B6-B85C-7A6163E953DE}" type="par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5253C615-22BB-475D-BF79-F82543DFB958}" type="sibTrans" cxnId="{E0B5BA74-653F-4D36-9D71-4CEE66559E5D}">
      <dgm:prSet/>
      <dgm:spPr/>
      <dgm:t>
        <a:bodyPr/>
        <a:lstStyle/>
        <a:p>
          <a:pPr rtl="1"/>
          <a:endParaRPr lang="ar-AE"/>
        </a:p>
      </dgm:t>
    </dgm:pt>
    <dgm:pt modelId="{01599091-D77B-429B-AE60-A82884833C7A}">
      <dgm:prSet phldrT="[Text]"/>
      <dgm:spPr/>
      <dgm:t>
        <a:bodyPr/>
        <a:lstStyle/>
        <a:p>
          <a:pPr rtl="1"/>
          <a:r>
            <a:rPr lang="en-US" dirty="0"/>
            <a:t>Manage Courses</a:t>
          </a:r>
          <a:endParaRPr lang="ar-AE" dirty="0"/>
        </a:p>
      </dgm:t>
    </dgm:pt>
    <dgm:pt modelId="{D429122F-B073-4578-96C6-C85049127536}" type="par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6CD8D990-B2EA-476D-99A2-F901F6A565B8}" type="sibTrans" cxnId="{7D688904-431C-48FC-A3D0-74FCB4A41937}">
      <dgm:prSet/>
      <dgm:spPr/>
      <dgm:t>
        <a:bodyPr/>
        <a:lstStyle/>
        <a:p>
          <a:pPr rtl="1"/>
          <a:endParaRPr lang="ar-AE"/>
        </a:p>
      </dgm:t>
    </dgm:pt>
    <dgm:pt modelId="{BA601FF6-063E-4786-911A-6A10D1741327}">
      <dgm:prSet phldrT="[Text]"/>
      <dgm:spPr/>
      <dgm:t>
        <a:bodyPr/>
        <a:lstStyle/>
        <a:p>
          <a:pPr rtl="1"/>
          <a:r>
            <a:rPr lang="en-US" dirty="0"/>
            <a:t>Manage Content</a:t>
          </a:r>
          <a:endParaRPr lang="ar-AE" dirty="0"/>
        </a:p>
      </dgm:t>
    </dgm:pt>
    <dgm:pt modelId="{D0DB9B48-7A4E-4FAC-B8BE-93315C67DDC7}" type="par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DA053CEA-F3FB-495B-B22F-B4BBDF0DE43B}" type="sibTrans" cxnId="{5B38F29D-CCD9-48A3-AD45-97DE5773FF33}">
      <dgm:prSet/>
      <dgm:spPr/>
      <dgm:t>
        <a:bodyPr/>
        <a:lstStyle/>
        <a:p>
          <a:pPr rtl="1"/>
          <a:endParaRPr lang="ar-AE"/>
        </a:p>
      </dgm:t>
    </dgm:pt>
    <dgm:pt modelId="{87DE0371-1386-489B-A249-F8EE798DAEA1}">
      <dgm:prSet phldrT="[Text]"/>
      <dgm:spPr/>
      <dgm:t>
        <a:bodyPr/>
        <a:lstStyle/>
        <a:p>
          <a:pPr rtl="1"/>
          <a:r>
            <a:rPr lang="en-US" dirty="0"/>
            <a:t>Manage Tests</a:t>
          </a:r>
          <a:endParaRPr lang="ar-AE" dirty="0"/>
        </a:p>
      </dgm:t>
    </dgm:pt>
    <dgm:pt modelId="{F6999B2A-030F-4739-8335-02CD0C7821D5}" type="par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CABC6747-7377-4997-888B-ABC2E3A10882}" type="sibTrans" cxnId="{A58378B1-2236-4089-AE8A-B83B5D9ACC38}">
      <dgm:prSet/>
      <dgm:spPr/>
      <dgm:t>
        <a:bodyPr/>
        <a:lstStyle/>
        <a:p>
          <a:pPr rtl="1"/>
          <a:endParaRPr lang="ar-AE"/>
        </a:p>
      </dgm:t>
    </dgm:pt>
    <dgm:pt modelId="{2BF4CFE4-521B-4C76-A9F8-DE78E940FB06}">
      <dgm:prSet phldrT="[Text]"/>
      <dgm:spPr/>
      <dgm:t>
        <a:bodyPr/>
        <a:lstStyle/>
        <a:p>
          <a:pPr rtl="1"/>
          <a:r>
            <a:rPr lang="en-US" dirty="0"/>
            <a:t>Manage Registration Requests</a:t>
          </a:r>
          <a:endParaRPr lang="ar-AE" dirty="0"/>
        </a:p>
      </dgm:t>
    </dgm:pt>
    <dgm:pt modelId="{20B17FED-46EF-472E-A7F5-F021D1759626}" type="par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4587E35C-7A14-4F54-8260-1470E6F312E5}" type="sibTrans" cxnId="{8A4357F0-C61F-4252-8A83-F9D5ABF7A487}">
      <dgm:prSet/>
      <dgm:spPr/>
      <dgm:t>
        <a:bodyPr/>
        <a:lstStyle/>
        <a:p>
          <a:pPr rtl="1"/>
          <a:endParaRPr lang="ar-AE"/>
        </a:p>
      </dgm:t>
    </dgm:pt>
    <dgm:pt modelId="{89572EDF-8996-4B8F-8B37-64F3C5B2B4F3}">
      <dgm:prSet/>
      <dgm:spPr/>
      <dgm:t>
        <a:bodyPr/>
        <a:lstStyle/>
        <a:p>
          <a:pPr rtl="1"/>
          <a:r>
            <a:rPr lang="en-US" dirty="0"/>
            <a:t>Manage Certificates Requests</a:t>
          </a:r>
          <a:endParaRPr lang="ar-AE" dirty="0"/>
        </a:p>
      </dgm:t>
    </dgm:pt>
    <dgm:pt modelId="{38E785DF-29BB-443F-BB98-368C844C78B8}" type="parTrans" cxnId="{80F77040-B888-4A02-BD78-D762A00F5B8E}">
      <dgm:prSet/>
      <dgm:spPr/>
      <dgm:t>
        <a:bodyPr/>
        <a:lstStyle/>
        <a:p>
          <a:pPr rtl="1"/>
          <a:endParaRPr lang="ar-AE"/>
        </a:p>
      </dgm:t>
    </dgm:pt>
    <dgm:pt modelId="{C4E96A16-38C4-453B-9E02-4CBD685B03BB}" type="sibTrans" cxnId="{80F77040-B888-4A02-BD78-D762A00F5B8E}">
      <dgm:prSet/>
      <dgm:spPr/>
      <dgm:t>
        <a:bodyPr/>
        <a:lstStyle/>
        <a:p>
          <a:pPr rtl="1"/>
          <a:endParaRPr lang="ar-AE"/>
        </a:p>
      </dgm:t>
    </dgm:pt>
    <dgm:pt modelId="{B44E1911-2F48-48FA-A86A-F165FFD77DB2}" type="pres">
      <dgm:prSet presAssocID="{C71FD352-D4C3-40E1-AB64-9FD50BE0CF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DDBAD7B-5A00-4AEE-B35E-29DF4145648F}" type="pres">
      <dgm:prSet presAssocID="{94E7F472-9BD2-44B6-B6C3-A6E8929BE754}" presName="centerShape" presStyleLbl="node0" presStyleIdx="0" presStyleCnt="1"/>
      <dgm:spPr/>
    </dgm:pt>
    <dgm:pt modelId="{5FD2BE43-9E27-49B6-A06D-FE520E72C5FD}" type="pres">
      <dgm:prSet presAssocID="{01599091-D77B-429B-AE60-A82884833C7A}" presName="node" presStyleLbl="node1" presStyleIdx="0" presStyleCnt="5">
        <dgm:presLayoutVars>
          <dgm:bulletEnabled val="1"/>
        </dgm:presLayoutVars>
      </dgm:prSet>
      <dgm:spPr/>
    </dgm:pt>
    <dgm:pt modelId="{1A219FD5-AB5C-468B-B235-09647C1A6A15}" type="pres">
      <dgm:prSet presAssocID="{01599091-D77B-429B-AE60-A82884833C7A}" presName="dummy" presStyleCnt="0"/>
      <dgm:spPr/>
    </dgm:pt>
    <dgm:pt modelId="{0EA6122F-CC13-4A0E-907D-A49086E32904}" type="pres">
      <dgm:prSet presAssocID="{6CD8D990-B2EA-476D-99A2-F901F6A565B8}" presName="sibTrans" presStyleLbl="sibTrans2D1" presStyleIdx="0" presStyleCnt="5"/>
      <dgm:spPr/>
    </dgm:pt>
    <dgm:pt modelId="{1BA3BEAF-1546-4977-938A-A81807F1CC17}" type="pres">
      <dgm:prSet presAssocID="{BA601FF6-063E-4786-911A-6A10D1741327}" presName="node" presStyleLbl="node1" presStyleIdx="1" presStyleCnt="5">
        <dgm:presLayoutVars>
          <dgm:bulletEnabled val="1"/>
        </dgm:presLayoutVars>
      </dgm:prSet>
      <dgm:spPr/>
    </dgm:pt>
    <dgm:pt modelId="{44DD2553-11BA-4942-B7E1-27109345CEE2}" type="pres">
      <dgm:prSet presAssocID="{BA601FF6-063E-4786-911A-6A10D1741327}" presName="dummy" presStyleCnt="0"/>
      <dgm:spPr/>
    </dgm:pt>
    <dgm:pt modelId="{5147920A-2102-47BD-82E8-D476D26F0AF5}" type="pres">
      <dgm:prSet presAssocID="{DA053CEA-F3FB-495B-B22F-B4BBDF0DE43B}" presName="sibTrans" presStyleLbl="sibTrans2D1" presStyleIdx="1" presStyleCnt="5"/>
      <dgm:spPr/>
    </dgm:pt>
    <dgm:pt modelId="{B24DD2BC-625A-4538-B0B1-A1A435D607AD}" type="pres">
      <dgm:prSet presAssocID="{87DE0371-1386-489B-A249-F8EE798DAEA1}" presName="node" presStyleLbl="node1" presStyleIdx="2" presStyleCnt="5">
        <dgm:presLayoutVars>
          <dgm:bulletEnabled val="1"/>
        </dgm:presLayoutVars>
      </dgm:prSet>
      <dgm:spPr/>
    </dgm:pt>
    <dgm:pt modelId="{221FF297-740B-4F73-9D5A-3751FEE47822}" type="pres">
      <dgm:prSet presAssocID="{87DE0371-1386-489B-A249-F8EE798DAEA1}" presName="dummy" presStyleCnt="0"/>
      <dgm:spPr/>
    </dgm:pt>
    <dgm:pt modelId="{8EC0535F-8616-40F2-B1EB-033A93565D85}" type="pres">
      <dgm:prSet presAssocID="{CABC6747-7377-4997-888B-ABC2E3A10882}" presName="sibTrans" presStyleLbl="sibTrans2D1" presStyleIdx="2" presStyleCnt="5"/>
      <dgm:spPr/>
    </dgm:pt>
    <dgm:pt modelId="{46BD820F-D8BC-48B8-B22B-65DD452671ED}" type="pres">
      <dgm:prSet presAssocID="{89572EDF-8996-4B8F-8B37-64F3C5B2B4F3}" presName="node" presStyleLbl="node1" presStyleIdx="3" presStyleCnt="5">
        <dgm:presLayoutVars>
          <dgm:bulletEnabled val="1"/>
        </dgm:presLayoutVars>
      </dgm:prSet>
      <dgm:spPr/>
    </dgm:pt>
    <dgm:pt modelId="{D13616E7-0F2D-457A-A23F-7646AB7C17CE}" type="pres">
      <dgm:prSet presAssocID="{89572EDF-8996-4B8F-8B37-64F3C5B2B4F3}" presName="dummy" presStyleCnt="0"/>
      <dgm:spPr/>
    </dgm:pt>
    <dgm:pt modelId="{6F58ABF6-1BE1-418D-99C5-5880FA6D30FC}" type="pres">
      <dgm:prSet presAssocID="{C4E96A16-38C4-453B-9E02-4CBD685B03BB}" presName="sibTrans" presStyleLbl="sibTrans2D1" presStyleIdx="3" presStyleCnt="5"/>
      <dgm:spPr/>
    </dgm:pt>
    <dgm:pt modelId="{4ED98508-54AE-44ED-8FA2-D0AAACD16BC4}" type="pres">
      <dgm:prSet presAssocID="{2BF4CFE4-521B-4C76-A9F8-DE78E940FB06}" presName="node" presStyleLbl="node1" presStyleIdx="4" presStyleCnt="5">
        <dgm:presLayoutVars>
          <dgm:bulletEnabled val="1"/>
        </dgm:presLayoutVars>
      </dgm:prSet>
      <dgm:spPr/>
    </dgm:pt>
    <dgm:pt modelId="{D01D820D-E285-445F-9ED1-010588A11341}" type="pres">
      <dgm:prSet presAssocID="{2BF4CFE4-521B-4C76-A9F8-DE78E940FB06}" presName="dummy" presStyleCnt="0"/>
      <dgm:spPr/>
    </dgm:pt>
    <dgm:pt modelId="{4C1167CC-0CC7-4DFB-9441-5AFC9186A1C5}" type="pres">
      <dgm:prSet presAssocID="{4587E35C-7A14-4F54-8260-1470E6F312E5}" presName="sibTrans" presStyleLbl="sibTrans2D1" presStyleIdx="4" presStyleCnt="5"/>
      <dgm:spPr/>
    </dgm:pt>
  </dgm:ptLst>
  <dgm:cxnLst>
    <dgm:cxn modelId="{574E1800-79EE-4D22-840D-9BB5F7D01BDC}" type="presOf" srcId="{6CD8D990-B2EA-476D-99A2-F901F6A565B8}" destId="{0EA6122F-CC13-4A0E-907D-A49086E32904}" srcOrd="0" destOrd="0" presId="urn:microsoft.com/office/officeart/2005/8/layout/radial6"/>
    <dgm:cxn modelId="{7D688904-431C-48FC-A3D0-74FCB4A41937}" srcId="{94E7F472-9BD2-44B6-B6C3-A6E8929BE754}" destId="{01599091-D77B-429B-AE60-A82884833C7A}" srcOrd="0" destOrd="0" parTransId="{D429122F-B073-4578-96C6-C85049127536}" sibTransId="{6CD8D990-B2EA-476D-99A2-F901F6A565B8}"/>
    <dgm:cxn modelId="{BE9E9B28-257E-4172-A90B-A1B4D1243288}" type="presOf" srcId="{4587E35C-7A14-4F54-8260-1470E6F312E5}" destId="{4C1167CC-0CC7-4DFB-9441-5AFC9186A1C5}" srcOrd="0" destOrd="0" presId="urn:microsoft.com/office/officeart/2005/8/layout/radial6"/>
    <dgm:cxn modelId="{80F77040-B888-4A02-BD78-D762A00F5B8E}" srcId="{94E7F472-9BD2-44B6-B6C3-A6E8929BE754}" destId="{89572EDF-8996-4B8F-8B37-64F3C5B2B4F3}" srcOrd="3" destOrd="0" parTransId="{38E785DF-29BB-443F-BB98-368C844C78B8}" sibTransId="{C4E96A16-38C4-453B-9E02-4CBD685B03BB}"/>
    <dgm:cxn modelId="{163DFD5C-C438-4C5A-B4F6-C7DDBD8346BE}" type="presOf" srcId="{C4E96A16-38C4-453B-9E02-4CBD685B03BB}" destId="{6F58ABF6-1BE1-418D-99C5-5880FA6D30FC}" srcOrd="0" destOrd="0" presId="urn:microsoft.com/office/officeart/2005/8/layout/radial6"/>
    <dgm:cxn modelId="{D1F06941-4947-48A9-80F8-2E0669EB3040}" type="presOf" srcId="{BA601FF6-063E-4786-911A-6A10D1741327}" destId="{1BA3BEAF-1546-4977-938A-A81807F1CC17}" srcOrd="0" destOrd="0" presId="urn:microsoft.com/office/officeart/2005/8/layout/radial6"/>
    <dgm:cxn modelId="{5FC8BF67-E2D8-4187-861F-55B83D04A9C8}" type="presOf" srcId="{C71FD352-D4C3-40E1-AB64-9FD50BE0CF7D}" destId="{B44E1911-2F48-48FA-A86A-F165FFD77DB2}" srcOrd="0" destOrd="0" presId="urn:microsoft.com/office/officeart/2005/8/layout/radial6"/>
    <dgm:cxn modelId="{C45C5A48-E112-46C8-8AC0-E2515700F043}" type="presOf" srcId="{DA053CEA-F3FB-495B-B22F-B4BBDF0DE43B}" destId="{5147920A-2102-47BD-82E8-D476D26F0AF5}" srcOrd="0" destOrd="0" presId="urn:microsoft.com/office/officeart/2005/8/layout/radial6"/>
    <dgm:cxn modelId="{EF07DC70-8C9E-4F69-B723-F32E329A929B}" type="presOf" srcId="{87DE0371-1386-489B-A249-F8EE798DAEA1}" destId="{B24DD2BC-625A-4538-B0B1-A1A435D607AD}" srcOrd="0" destOrd="0" presId="urn:microsoft.com/office/officeart/2005/8/layout/radial6"/>
    <dgm:cxn modelId="{E0B5BA74-653F-4D36-9D71-4CEE66559E5D}" srcId="{C71FD352-D4C3-40E1-AB64-9FD50BE0CF7D}" destId="{94E7F472-9BD2-44B6-B6C3-A6E8929BE754}" srcOrd="0" destOrd="0" parTransId="{7F221100-BA0A-40B6-B85C-7A6163E953DE}" sibTransId="{5253C615-22BB-475D-BF79-F82543DFB958}"/>
    <dgm:cxn modelId="{18F60879-CAFB-45A7-8D73-13AC1A90B117}" type="presOf" srcId="{CABC6747-7377-4997-888B-ABC2E3A10882}" destId="{8EC0535F-8616-40F2-B1EB-033A93565D85}" srcOrd="0" destOrd="0" presId="urn:microsoft.com/office/officeart/2005/8/layout/radial6"/>
    <dgm:cxn modelId="{5B38F29D-CCD9-48A3-AD45-97DE5773FF33}" srcId="{94E7F472-9BD2-44B6-B6C3-A6E8929BE754}" destId="{BA601FF6-063E-4786-911A-6A10D1741327}" srcOrd="1" destOrd="0" parTransId="{D0DB9B48-7A4E-4FAC-B8BE-93315C67DDC7}" sibTransId="{DA053CEA-F3FB-495B-B22F-B4BBDF0DE43B}"/>
    <dgm:cxn modelId="{D633B49F-1A42-4C18-B86D-33547B610998}" type="presOf" srcId="{89572EDF-8996-4B8F-8B37-64F3C5B2B4F3}" destId="{46BD820F-D8BC-48B8-B22B-65DD452671ED}" srcOrd="0" destOrd="0" presId="urn:microsoft.com/office/officeart/2005/8/layout/radial6"/>
    <dgm:cxn modelId="{A58378B1-2236-4089-AE8A-B83B5D9ACC38}" srcId="{94E7F472-9BD2-44B6-B6C3-A6E8929BE754}" destId="{87DE0371-1386-489B-A249-F8EE798DAEA1}" srcOrd="2" destOrd="0" parTransId="{F6999B2A-030F-4739-8335-02CD0C7821D5}" sibTransId="{CABC6747-7377-4997-888B-ABC2E3A10882}"/>
    <dgm:cxn modelId="{CD57E3C5-8C18-49B9-98BE-F090C24412AC}" type="presOf" srcId="{01599091-D77B-429B-AE60-A82884833C7A}" destId="{5FD2BE43-9E27-49B6-A06D-FE520E72C5FD}" srcOrd="0" destOrd="0" presId="urn:microsoft.com/office/officeart/2005/8/layout/radial6"/>
    <dgm:cxn modelId="{F57941D8-4022-47C4-A9D2-DBB8E38A6398}" type="presOf" srcId="{94E7F472-9BD2-44B6-B6C3-A6E8929BE754}" destId="{3DDBAD7B-5A00-4AEE-B35E-29DF4145648F}" srcOrd="0" destOrd="0" presId="urn:microsoft.com/office/officeart/2005/8/layout/radial6"/>
    <dgm:cxn modelId="{21C345EE-B31C-4758-9034-B4D2E36B43C2}" type="presOf" srcId="{2BF4CFE4-521B-4C76-A9F8-DE78E940FB06}" destId="{4ED98508-54AE-44ED-8FA2-D0AAACD16BC4}" srcOrd="0" destOrd="0" presId="urn:microsoft.com/office/officeart/2005/8/layout/radial6"/>
    <dgm:cxn modelId="{8A4357F0-C61F-4252-8A83-F9D5ABF7A487}" srcId="{94E7F472-9BD2-44B6-B6C3-A6E8929BE754}" destId="{2BF4CFE4-521B-4C76-A9F8-DE78E940FB06}" srcOrd="4" destOrd="0" parTransId="{20B17FED-46EF-472E-A7F5-F021D1759626}" sibTransId="{4587E35C-7A14-4F54-8260-1470E6F312E5}"/>
    <dgm:cxn modelId="{106A6CA4-055C-4043-BB2B-0971EB9A28D0}" type="presParOf" srcId="{B44E1911-2F48-48FA-A86A-F165FFD77DB2}" destId="{3DDBAD7B-5A00-4AEE-B35E-29DF4145648F}" srcOrd="0" destOrd="0" presId="urn:microsoft.com/office/officeart/2005/8/layout/radial6"/>
    <dgm:cxn modelId="{F411A607-6DD4-4408-A773-3165B31638D0}" type="presParOf" srcId="{B44E1911-2F48-48FA-A86A-F165FFD77DB2}" destId="{5FD2BE43-9E27-49B6-A06D-FE520E72C5FD}" srcOrd="1" destOrd="0" presId="urn:microsoft.com/office/officeart/2005/8/layout/radial6"/>
    <dgm:cxn modelId="{0AE7D661-B3D7-41C7-8D9C-2B7626F43386}" type="presParOf" srcId="{B44E1911-2F48-48FA-A86A-F165FFD77DB2}" destId="{1A219FD5-AB5C-468B-B235-09647C1A6A15}" srcOrd="2" destOrd="0" presId="urn:microsoft.com/office/officeart/2005/8/layout/radial6"/>
    <dgm:cxn modelId="{B58FC680-E573-453C-98C7-2A934FDBB270}" type="presParOf" srcId="{B44E1911-2F48-48FA-A86A-F165FFD77DB2}" destId="{0EA6122F-CC13-4A0E-907D-A49086E32904}" srcOrd="3" destOrd="0" presId="urn:microsoft.com/office/officeart/2005/8/layout/radial6"/>
    <dgm:cxn modelId="{98F9DFE9-E825-44B5-BB52-CC48B428E5C2}" type="presParOf" srcId="{B44E1911-2F48-48FA-A86A-F165FFD77DB2}" destId="{1BA3BEAF-1546-4977-938A-A81807F1CC17}" srcOrd="4" destOrd="0" presId="urn:microsoft.com/office/officeart/2005/8/layout/radial6"/>
    <dgm:cxn modelId="{B4882768-6687-482D-8154-94DEEDFBC977}" type="presParOf" srcId="{B44E1911-2F48-48FA-A86A-F165FFD77DB2}" destId="{44DD2553-11BA-4942-B7E1-27109345CEE2}" srcOrd="5" destOrd="0" presId="urn:microsoft.com/office/officeart/2005/8/layout/radial6"/>
    <dgm:cxn modelId="{D31E7588-56D1-429B-ABC1-A03732BF93FE}" type="presParOf" srcId="{B44E1911-2F48-48FA-A86A-F165FFD77DB2}" destId="{5147920A-2102-47BD-82E8-D476D26F0AF5}" srcOrd="6" destOrd="0" presId="urn:microsoft.com/office/officeart/2005/8/layout/radial6"/>
    <dgm:cxn modelId="{5B35C0FD-09DD-4393-B61C-23A4F4204E65}" type="presParOf" srcId="{B44E1911-2F48-48FA-A86A-F165FFD77DB2}" destId="{B24DD2BC-625A-4538-B0B1-A1A435D607AD}" srcOrd="7" destOrd="0" presId="urn:microsoft.com/office/officeart/2005/8/layout/radial6"/>
    <dgm:cxn modelId="{50F6093A-5B10-4793-BD56-06067514F744}" type="presParOf" srcId="{B44E1911-2F48-48FA-A86A-F165FFD77DB2}" destId="{221FF297-740B-4F73-9D5A-3751FEE47822}" srcOrd="8" destOrd="0" presId="urn:microsoft.com/office/officeart/2005/8/layout/radial6"/>
    <dgm:cxn modelId="{EDE616F1-C490-45B5-9470-A98216303162}" type="presParOf" srcId="{B44E1911-2F48-48FA-A86A-F165FFD77DB2}" destId="{8EC0535F-8616-40F2-B1EB-033A93565D85}" srcOrd="9" destOrd="0" presId="urn:microsoft.com/office/officeart/2005/8/layout/radial6"/>
    <dgm:cxn modelId="{A10CA933-1829-4F56-AD42-7299A8E94EB3}" type="presParOf" srcId="{B44E1911-2F48-48FA-A86A-F165FFD77DB2}" destId="{46BD820F-D8BC-48B8-B22B-65DD452671ED}" srcOrd="10" destOrd="0" presId="urn:microsoft.com/office/officeart/2005/8/layout/radial6"/>
    <dgm:cxn modelId="{93056647-20C2-402E-9A59-E7E7FFF5A553}" type="presParOf" srcId="{B44E1911-2F48-48FA-A86A-F165FFD77DB2}" destId="{D13616E7-0F2D-457A-A23F-7646AB7C17CE}" srcOrd="11" destOrd="0" presId="urn:microsoft.com/office/officeart/2005/8/layout/radial6"/>
    <dgm:cxn modelId="{848D2EBB-AE2F-4C4D-8E19-F5544DD6955F}" type="presParOf" srcId="{B44E1911-2F48-48FA-A86A-F165FFD77DB2}" destId="{6F58ABF6-1BE1-418D-99C5-5880FA6D30FC}" srcOrd="12" destOrd="0" presId="urn:microsoft.com/office/officeart/2005/8/layout/radial6"/>
    <dgm:cxn modelId="{9A2787F9-F368-4DAC-947D-BA8A04BE8DE4}" type="presParOf" srcId="{B44E1911-2F48-48FA-A86A-F165FFD77DB2}" destId="{4ED98508-54AE-44ED-8FA2-D0AAACD16BC4}" srcOrd="13" destOrd="0" presId="urn:microsoft.com/office/officeart/2005/8/layout/radial6"/>
    <dgm:cxn modelId="{1DDFAFF5-41FE-4628-BF5D-82452C52AD3B}" type="presParOf" srcId="{B44E1911-2F48-48FA-A86A-F165FFD77DB2}" destId="{D01D820D-E285-445F-9ED1-010588A11341}" srcOrd="14" destOrd="0" presId="urn:microsoft.com/office/officeart/2005/8/layout/radial6"/>
    <dgm:cxn modelId="{90F8B82D-35A5-44CE-8F6A-35B133510B79}" type="presParOf" srcId="{B44E1911-2F48-48FA-A86A-F165FFD77DB2}" destId="{4C1167CC-0CC7-4DFB-9441-5AFC9186A1C5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44B40A0-2851-49FF-9FED-EED109A05C4A}" type="doc">
      <dgm:prSet loTypeId="urn:microsoft.com/office/officeart/2005/8/layout/hierarchy1" loCatId="hierarchy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ar-AE"/>
        </a:p>
      </dgm:t>
    </dgm:pt>
    <dgm:pt modelId="{F9D84065-B062-47F2-A2BC-68E63E0EFDE0}">
      <dgm:prSet phldrT="[نص]"/>
      <dgm:spPr/>
      <dgm:t>
        <a:bodyPr/>
        <a:lstStyle/>
        <a:p>
          <a:pPr rtl="1"/>
          <a:r>
            <a:rPr lang="en-US" dirty="0"/>
            <a:t>Landing Page</a:t>
          </a:r>
          <a:endParaRPr lang="ar-AE" dirty="0"/>
        </a:p>
      </dgm:t>
    </dgm:pt>
    <dgm:pt modelId="{6770C558-0252-4940-9976-629C8EE1A37B}" type="parTrans" cxnId="{F826DEA0-467E-4C1E-8C13-B82D5DFC921A}">
      <dgm:prSet/>
      <dgm:spPr/>
      <dgm:t>
        <a:bodyPr/>
        <a:lstStyle/>
        <a:p>
          <a:pPr rtl="1"/>
          <a:endParaRPr lang="ar-AE"/>
        </a:p>
      </dgm:t>
    </dgm:pt>
    <dgm:pt modelId="{3161AE3A-9383-4C6F-95A0-02CFA4D046BB}" type="sibTrans" cxnId="{F826DEA0-467E-4C1E-8C13-B82D5DFC921A}">
      <dgm:prSet/>
      <dgm:spPr/>
      <dgm:t>
        <a:bodyPr/>
        <a:lstStyle/>
        <a:p>
          <a:pPr rtl="1"/>
          <a:endParaRPr lang="ar-AE"/>
        </a:p>
      </dgm:t>
    </dgm:pt>
    <dgm:pt modelId="{4D78E436-568E-4CFE-A0D1-D0D1848B97AD}">
      <dgm:prSet phldrT="[نص]"/>
      <dgm:spPr/>
      <dgm:t>
        <a:bodyPr/>
        <a:lstStyle/>
        <a:p>
          <a:pPr rtl="1"/>
          <a:r>
            <a:rPr lang="en-US" dirty="0"/>
            <a:t>Login</a:t>
          </a:r>
          <a:endParaRPr lang="ar-AE" dirty="0"/>
        </a:p>
      </dgm:t>
    </dgm:pt>
    <dgm:pt modelId="{46CF99C5-8FE8-4110-90B4-5A72B224E01D}" type="parTrans" cxnId="{A34CB40F-024C-4662-B853-1061F10AE416}">
      <dgm:prSet/>
      <dgm:spPr/>
      <dgm:t>
        <a:bodyPr/>
        <a:lstStyle/>
        <a:p>
          <a:pPr rtl="1"/>
          <a:endParaRPr lang="ar-AE"/>
        </a:p>
      </dgm:t>
    </dgm:pt>
    <dgm:pt modelId="{AEEAF12C-55EC-4688-91EE-C5A7DE84CBFD}" type="sibTrans" cxnId="{A34CB40F-024C-4662-B853-1061F10AE416}">
      <dgm:prSet/>
      <dgm:spPr/>
      <dgm:t>
        <a:bodyPr/>
        <a:lstStyle/>
        <a:p>
          <a:pPr rtl="1"/>
          <a:endParaRPr lang="ar-AE"/>
        </a:p>
      </dgm:t>
    </dgm:pt>
    <dgm:pt modelId="{C660FB3B-7F63-483E-AD8E-A3908CE32F82}">
      <dgm:prSet phldrT="[نص]"/>
      <dgm:spPr/>
      <dgm:t>
        <a:bodyPr/>
        <a:lstStyle/>
        <a:p>
          <a:pPr rtl="1"/>
          <a:r>
            <a:rPr lang="en-US" dirty="0"/>
            <a:t>Sign Up</a:t>
          </a:r>
          <a:endParaRPr lang="ar-AE" dirty="0"/>
        </a:p>
      </dgm:t>
    </dgm:pt>
    <dgm:pt modelId="{92872BA2-9067-49C4-BDF5-579BE3BA8C72}" type="parTrans" cxnId="{32B568C1-112C-4AF0-BE50-F33EF33D6419}">
      <dgm:prSet/>
      <dgm:spPr/>
      <dgm:t>
        <a:bodyPr/>
        <a:lstStyle/>
        <a:p>
          <a:pPr rtl="1"/>
          <a:endParaRPr lang="ar-AE"/>
        </a:p>
      </dgm:t>
    </dgm:pt>
    <dgm:pt modelId="{58209575-1F6E-46CF-BB28-BEEE6E7CA454}" type="sibTrans" cxnId="{32B568C1-112C-4AF0-BE50-F33EF33D6419}">
      <dgm:prSet/>
      <dgm:spPr/>
      <dgm:t>
        <a:bodyPr/>
        <a:lstStyle/>
        <a:p>
          <a:pPr rtl="1"/>
          <a:endParaRPr lang="ar-AE"/>
        </a:p>
      </dgm:t>
    </dgm:pt>
    <dgm:pt modelId="{153F0924-4F7D-4EE1-9881-D95E8D1EEE2D}">
      <dgm:prSet/>
      <dgm:spPr/>
      <dgm:t>
        <a:bodyPr/>
        <a:lstStyle/>
        <a:p>
          <a:pPr rtl="1"/>
          <a:r>
            <a:rPr lang="en-US" dirty="0"/>
            <a:t>Admin</a:t>
          </a:r>
          <a:endParaRPr lang="ar-AE" dirty="0"/>
        </a:p>
      </dgm:t>
    </dgm:pt>
    <dgm:pt modelId="{C0567A68-6C81-4315-A7E4-F742A26E7242}" type="parTrans" cxnId="{9F05C325-0444-44DA-B2A5-B57792FA5AD9}">
      <dgm:prSet/>
      <dgm:spPr/>
      <dgm:t>
        <a:bodyPr/>
        <a:lstStyle/>
        <a:p>
          <a:pPr rtl="1"/>
          <a:endParaRPr lang="ar-AE"/>
        </a:p>
      </dgm:t>
    </dgm:pt>
    <dgm:pt modelId="{F4560DC5-1A7E-461B-A09B-3B655B9113D9}" type="sibTrans" cxnId="{9F05C325-0444-44DA-B2A5-B57792FA5AD9}">
      <dgm:prSet/>
      <dgm:spPr/>
      <dgm:t>
        <a:bodyPr/>
        <a:lstStyle/>
        <a:p>
          <a:pPr rtl="1"/>
          <a:endParaRPr lang="ar-AE"/>
        </a:p>
      </dgm:t>
    </dgm:pt>
    <dgm:pt modelId="{1CEAC375-155E-41F8-B2FD-0C0D454725D2}">
      <dgm:prSet/>
      <dgm:spPr/>
      <dgm:t>
        <a:bodyPr/>
        <a:lstStyle/>
        <a:p>
          <a:pPr rtl="1"/>
          <a:r>
            <a:rPr lang="en-US" dirty="0"/>
            <a:t>Statistics</a:t>
          </a:r>
          <a:endParaRPr lang="ar-AE" dirty="0"/>
        </a:p>
      </dgm:t>
    </dgm:pt>
    <dgm:pt modelId="{2227702B-580B-4DEB-A456-239181981651}" type="parTrans" cxnId="{48EA232B-DFE6-487C-B861-1E2484CEFC45}">
      <dgm:prSet/>
      <dgm:spPr/>
      <dgm:t>
        <a:bodyPr/>
        <a:lstStyle/>
        <a:p>
          <a:pPr rtl="1"/>
          <a:endParaRPr lang="ar-AE"/>
        </a:p>
      </dgm:t>
    </dgm:pt>
    <dgm:pt modelId="{4F5874AC-32B2-43A2-9B42-531A972AC061}" type="sibTrans" cxnId="{48EA232B-DFE6-487C-B861-1E2484CEFC45}">
      <dgm:prSet/>
      <dgm:spPr/>
      <dgm:t>
        <a:bodyPr/>
        <a:lstStyle/>
        <a:p>
          <a:pPr rtl="1"/>
          <a:endParaRPr lang="ar-AE"/>
        </a:p>
      </dgm:t>
    </dgm:pt>
    <dgm:pt modelId="{98986703-F2D2-4C21-B2A3-0B4EAC33854D}">
      <dgm:prSet/>
      <dgm:spPr/>
      <dgm:t>
        <a:bodyPr/>
        <a:lstStyle/>
        <a:p>
          <a:pPr rtl="1"/>
          <a:r>
            <a:rPr lang="en-US" dirty="0"/>
            <a:t>Users</a:t>
          </a:r>
          <a:endParaRPr lang="ar-AE" dirty="0"/>
        </a:p>
      </dgm:t>
    </dgm:pt>
    <dgm:pt modelId="{990DCF82-90B6-4675-B3A1-181F46FBA371}" type="parTrans" cxnId="{92C90CF3-FB1E-4981-B2A7-7F5CE050F3DF}">
      <dgm:prSet/>
      <dgm:spPr/>
      <dgm:t>
        <a:bodyPr/>
        <a:lstStyle/>
        <a:p>
          <a:pPr rtl="1"/>
          <a:endParaRPr lang="ar-AE"/>
        </a:p>
      </dgm:t>
    </dgm:pt>
    <dgm:pt modelId="{5D6B4459-95F5-4469-A2F1-9EFEF9C83BEB}" type="sibTrans" cxnId="{92C90CF3-FB1E-4981-B2A7-7F5CE050F3DF}">
      <dgm:prSet/>
      <dgm:spPr/>
      <dgm:t>
        <a:bodyPr/>
        <a:lstStyle/>
        <a:p>
          <a:pPr rtl="1"/>
          <a:endParaRPr lang="ar-AE"/>
        </a:p>
      </dgm:t>
    </dgm:pt>
    <dgm:pt modelId="{52422715-22F8-45DC-9208-83BFD063BDB0}">
      <dgm:prSet/>
      <dgm:spPr/>
      <dgm:t>
        <a:bodyPr/>
        <a:lstStyle/>
        <a:p>
          <a:pPr rtl="1"/>
          <a:r>
            <a:rPr lang="en-US" dirty="0"/>
            <a:t>Categories</a:t>
          </a:r>
          <a:endParaRPr lang="ar-AE" dirty="0"/>
        </a:p>
      </dgm:t>
    </dgm:pt>
    <dgm:pt modelId="{3AE2514A-7830-42EF-9748-0164EB7764B1}" type="parTrans" cxnId="{D9F63D1B-4B7A-4A79-BB9F-DC5E6267C818}">
      <dgm:prSet/>
      <dgm:spPr/>
      <dgm:t>
        <a:bodyPr/>
        <a:lstStyle/>
        <a:p>
          <a:pPr rtl="1"/>
          <a:endParaRPr lang="ar-AE"/>
        </a:p>
      </dgm:t>
    </dgm:pt>
    <dgm:pt modelId="{D8675E62-46AE-4747-A640-F691E2F67FF6}" type="sibTrans" cxnId="{D9F63D1B-4B7A-4A79-BB9F-DC5E6267C818}">
      <dgm:prSet/>
      <dgm:spPr/>
      <dgm:t>
        <a:bodyPr/>
        <a:lstStyle/>
        <a:p>
          <a:pPr rtl="1"/>
          <a:endParaRPr lang="ar-AE"/>
        </a:p>
      </dgm:t>
    </dgm:pt>
    <dgm:pt modelId="{83CDB230-3DDC-49B9-9028-C453EAAC1A1E}">
      <dgm:prSet/>
      <dgm:spPr/>
      <dgm:t>
        <a:bodyPr/>
        <a:lstStyle/>
        <a:p>
          <a:pPr rtl="1"/>
          <a:r>
            <a:rPr lang="en-US" dirty="0"/>
            <a:t>Payment Methods</a:t>
          </a:r>
          <a:endParaRPr lang="ar-AE" dirty="0"/>
        </a:p>
      </dgm:t>
    </dgm:pt>
    <dgm:pt modelId="{D9A22827-B178-4BA1-8F74-5BD0F1679667}" type="parTrans" cxnId="{8ED1F34C-9AA1-4075-9898-924E1253D19C}">
      <dgm:prSet/>
      <dgm:spPr/>
      <dgm:t>
        <a:bodyPr/>
        <a:lstStyle/>
        <a:p>
          <a:pPr rtl="1"/>
          <a:endParaRPr lang="ar-AE"/>
        </a:p>
      </dgm:t>
    </dgm:pt>
    <dgm:pt modelId="{DB9C4A8C-E0FC-444B-8CF1-FF2FA6D5DFC7}" type="sibTrans" cxnId="{8ED1F34C-9AA1-4075-9898-924E1253D19C}">
      <dgm:prSet/>
      <dgm:spPr/>
      <dgm:t>
        <a:bodyPr/>
        <a:lstStyle/>
        <a:p>
          <a:pPr rtl="1"/>
          <a:endParaRPr lang="ar-AE"/>
        </a:p>
      </dgm:t>
    </dgm:pt>
    <dgm:pt modelId="{BABC1343-EA16-4671-B3D0-7C562BFD4104}">
      <dgm:prSet/>
      <dgm:spPr/>
      <dgm:t>
        <a:bodyPr/>
        <a:lstStyle/>
        <a:p>
          <a:pPr rtl="1"/>
          <a:r>
            <a:rPr lang="en-US" dirty="0"/>
            <a:t>Reports</a:t>
          </a:r>
          <a:endParaRPr lang="ar-AE" dirty="0"/>
        </a:p>
      </dgm:t>
    </dgm:pt>
    <dgm:pt modelId="{553BB9FB-E05A-4EB1-AB6A-0EDE87033388}" type="parTrans" cxnId="{BB880292-CA0A-44E7-B834-C734587F3E7D}">
      <dgm:prSet/>
      <dgm:spPr/>
      <dgm:t>
        <a:bodyPr/>
        <a:lstStyle/>
        <a:p>
          <a:pPr rtl="1"/>
          <a:endParaRPr lang="ar-AE"/>
        </a:p>
      </dgm:t>
    </dgm:pt>
    <dgm:pt modelId="{136CC59C-23EF-4583-AA0B-F601F9CE7F7C}" type="sibTrans" cxnId="{BB880292-CA0A-44E7-B834-C734587F3E7D}">
      <dgm:prSet/>
      <dgm:spPr/>
      <dgm:t>
        <a:bodyPr/>
        <a:lstStyle/>
        <a:p>
          <a:pPr rtl="1"/>
          <a:endParaRPr lang="ar-AE"/>
        </a:p>
      </dgm:t>
    </dgm:pt>
    <dgm:pt modelId="{0D614B70-AAA0-4C1F-B409-05F9A1ED3B51}">
      <dgm:prSet/>
      <dgm:spPr/>
      <dgm:t>
        <a:bodyPr/>
        <a:lstStyle/>
        <a:p>
          <a:pPr rtl="1"/>
          <a:r>
            <a:rPr lang="en-US" dirty="0"/>
            <a:t>Teacher</a:t>
          </a:r>
          <a:endParaRPr lang="ar-AE" dirty="0"/>
        </a:p>
      </dgm:t>
    </dgm:pt>
    <dgm:pt modelId="{F187D4FE-C3F3-4F3C-9863-B85E3DBC2C0A}" type="parTrans" cxnId="{556C0830-266D-4B65-8DAD-B7748DDC9965}">
      <dgm:prSet/>
      <dgm:spPr/>
      <dgm:t>
        <a:bodyPr/>
        <a:lstStyle/>
        <a:p>
          <a:pPr rtl="1"/>
          <a:endParaRPr lang="ar-AE"/>
        </a:p>
      </dgm:t>
    </dgm:pt>
    <dgm:pt modelId="{0D6F8193-2365-4486-9C87-D755D3171D1C}" type="sibTrans" cxnId="{556C0830-266D-4B65-8DAD-B7748DDC9965}">
      <dgm:prSet/>
      <dgm:spPr/>
      <dgm:t>
        <a:bodyPr/>
        <a:lstStyle/>
        <a:p>
          <a:pPr rtl="1"/>
          <a:endParaRPr lang="ar-AE"/>
        </a:p>
      </dgm:t>
    </dgm:pt>
    <dgm:pt modelId="{9D6DAB6C-20A6-40DC-9DAF-F556F390BE47}">
      <dgm:prSet/>
      <dgm:spPr/>
      <dgm:t>
        <a:bodyPr/>
        <a:lstStyle/>
        <a:p>
          <a:pPr rtl="1"/>
          <a:r>
            <a:rPr lang="en-US" dirty="0"/>
            <a:t>Statistics</a:t>
          </a:r>
          <a:endParaRPr lang="ar-AE" dirty="0"/>
        </a:p>
      </dgm:t>
    </dgm:pt>
    <dgm:pt modelId="{7B5CAB4F-19EC-40D5-9ABF-9A7B3494CCD7}" type="parTrans" cxnId="{2865C0BE-6AE0-40B5-8C95-B45ACD2EE0CA}">
      <dgm:prSet/>
      <dgm:spPr/>
      <dgm:t>
        <a:bodyPr/>
        <a:lstStyle/>
        <a:p>
          <a:pPr rtl="1"/>
          <a:endParaRPr lang="ar-AE"/>
        </a:p>
      </dgm:t>
    </dgm:pt>
    <dgm:pt modelId="{7E8080C9-42BE-48B6-8AB4-718780A0019C}" type="sibTrans" cxnId="{2865C0BE-6AE0-40B5-8C95-B45ACD2EE0CA}">
      <dgm:prSet/>
      <dgm:spPr/>
      <dgm:t>
        <a:bodyPr/>
        <a:lstStyle/>
        <a:p>
          <a:pPr rtl="1"/>
          <a:endParaRPr lang="ar-AE"/>
        </a:p>
      </dgm:t>
    </dgm:pt>
    <dgm:pt modelId="{BBFEEA85-EFE7-4AFB-A9AD-8D8207497C85}">
      <dgm:prSet/>
      <dgm:spPr/>
      <dgm:t>
        <a:bodyPr/>
        <a:lstStyle/>
        <a:p>
          <a:pPr rtl="1"/>
          <a:r>
            <a:rPr lang="en-US" dirty="0"/>
            <a:t>Courses</a:t>
          </a:r>
          <a:endParaRPr lang="ar-AE" dirty="0"/>
        </a:p>
      </dgm:t>
    </dgm:pt>
    <dgm:pt modelId="{D12AB2D4-9297-4686-93B2-78DDCA9BE3AD}" type="parTrans" cxnId="{A2A4A548-0D2C-45FB-B587-006922B208FF}">
      <dgm:prSet/>
      <dgm:spPr/>
      <dgm:t>
        <a:bodyPr/>
        <a:lstStyle/>
        <a:p>
          <a:pPr rtl="1"/>
          <a:endParaRPr lang="ar-AE"/>
        </a:p>
      </dgm:t>
    </dgm:pt>
    <dgm:pt modelId="{68F9C329-654D-4BC4-A086-F4348D1BBC0B}" type="sibTrans" cxnId="{A2A4A548-0D2C-45FB-B587-006922B208FF}">
      <dgm:prSet/>
      <dgm:spPr/>
      <dgm:t>
        <a:bodyPr/>
        <a:lstStyle/>
        <a:p>
          <a:pPr rtl="1"/>
          <a:endParaRPr lang="ar-AE"/>
        </a:p>
      </dgm:t>
    </dgm:pt>
    <dgm:pt modelId="{BF51A44D-C6B1-4D71-BF1E-2DBB7BF31162}">
      <dgm:prSet/>
      <dgm:spPr/>
      <dgm:t>
        <a:bodyPr/>
        <a:lstStyle/>
        <a:p>
          <a:pPr rtl="1"/>
          <a:r>
            <a:rPr lang="en-US" dirty="0"/>
            <a:t>Settings</a:t>
          </a:r>
          <a:endParaRPr lang="ar-AE" dirty="0"/>
        </a:p>
      </dgm:t>
    </dgm:pt>
    <dgm:pt modelId="{E9663FAA-89DE-4E30-8169-22F7695C6D17}" type="parTrans" cxnId="{2F468B4C-FAE6-41FD-BB65-CB7F04B0E3B2}">
      <dgm:prSet/>
      <dgm:spPr/>
      <dgm:t>
        <a:bodyPr/>
        <a:lstStyle/>
        <a:p>
          <a:pPr rtl="1"/>
          <a:endParaRPr lang="ar-AE"/>
        </a:p>
      </dgm:t>
    </dgm:pt>
    <dgm:pt modelId="{966B6460-5AE1-4A19-8A1A-B5D4901983AE}" type="sibTrans" cxnId="{2F468B4C-FAE6-41FD-BB65-CB7F04B0E3B2}">
      <dgm:prSet/>
      <dgm:spPr/>
      <dgm:t>
        <a:bodyPr/>
        <a:lstStyle/>
        <a:p>
          <a:pPr rtl="1"/>
          <a:endParaRPr lang="ar-AE"/>
        </a:p>
      </dgm:t>
    </dgm:pt>
    <dgm:pt modelId="{35BAAFE8-6F0F-456F-A083-39294CE142D8}">
      <dgm:prSet/>
      <dgm:spPr/>
      <dgm:t>
        <a:bodyPr/>
        <a:lstStyle/>
        <a:p>
          <a:pPr rtl="1"/>
          <a:r>
            <a:rPr lang="en-US" dirty="0"/>
            <a:t>Courses</a:t>
          </a:r>
          <a:endParaRPr lang="ar-AE" dirty="0"/>
        </a:p>
      </dgm:t>
    </dgm:pt>
    <dgm:pt modelId="{3D623F64-BC98-41ED-A568-BBA7DEE63031}" type="parTrans" cxnId="{4F4042BF-0E05-4605-95B8-F89A474AF7E7}">
      <dgm:prSet/>
      <dgm:spPr/>
      <dgm:t>
        <a:bodyPr/>
        <a:lstStyle/>
        <a:p>
          <a:pPr rtl="1"/>
          <a:endParaRPr lang="ar-AE"/>
        </a:p>
      </dgm:t>
    </dgm:pt>
    <dgm:pt modelId="{523F09E4-43DC-41C4-BA26-D620808BA3E7}" type="sibTrans" cxnId="{4F4042BF-0E05-4605-95B8-F89A474AF7E7}">
      <dgm:prSet/>
      <dgm:spPr/>
      <dgm:t>
        <a:bodyPr/>
        <a:lstStyle/>
        <a:p>
          <a:pPr rtl="1"/>
          <a:endParaRPr lang="ar-AE"/>
        </a:p>
      </dgm:t>
    </dgm:pt>
    <dgm:pt modelId="{651EF062-586C-4F7F-A197-94E0AF8E04D5}">
      <dgm:prSet/>
      <dgm:spPr/>
      <dgm:t>
        <a:bodyPr/>
        <a:lstStyle/>
        <a:p>
          <a:pPr rtl="1"/>
          <a:r>
            <a:rPr lang="en-US" dirty="0"/>
            <a:t>Content</a:t>
          </a:r>
          <a:endParaRPr lang="ar-AE" dirty="0"/>
        </a:p>
      </dgm:t>
    </dgm:pt>
    <dgm:pt modelId="{150DEC0F-B087-46EC-9845-260851B6C4F5}" type="parTrans" cxnId="{D6D877D4-1DDB-46BB-B93A-483AF59029A6}">
      <dgm:prSet/>
      <dgm:spPr/>
      <dgm:t>
        <a:bodyPr/>
        <a:lstStyle/>
        <a:p>
          <a:pPr rtl="1"/>
          <a:endParaRPr lang="ar-AE"/>
        </a:p>
      </dgm:t>
    </dgm:pt>
    <dgm:pt modelId="{334F7897-6511-41E2-A9CB-4C22C7F3816F}" type="sibTrans" cxnId="{D6D877D4-1DDB-46BB-B93A-483AF59029A6}">
      <dgm:prSet/>
      <dgm:spPr/>
      <dgm:t>
        <a:bodyPr/>
        <a:lstStyle/>
        <a:p>
          <a:pPr rtl="1"/>
          <a:endParaRPr lang="ar-AE"/>
        </a:p>
      </dgm:t>
    </dgm:pt>
    <dgm:pt modelId="{DE604140-E8A4-447A-84D4-71439F3F11A1}" type="pres">
      <dgm:prSet presAssocID="{A44B40A0-2851-49FF-9FED-EED109A05C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58214B-516F-4811-824F-F10DB8905527}" type="pres">
      <dgm:prSet presAssocID="{F9D84065-B062-47F2-A2BC-68E63E0EFDE0}" presName="hierRoot1" presStyleCnt="0"/>
      <dgm:spPr/>
    </dgm:pt>
    <dgm:pt modelId="{E2CA5A73-35B0-4788-90FD-97EB4E8E935A}" type="pres">
      <dgm:prSet presAssocID="{F9D84065-B062-47F2-A2BC-68E63E0EFDE0}" presName="composite" presStyleCnt="0"/>
      <dgm:spPr/>
    </dgm:pt>
    <dgm:pt modelId="{A6743092-7379-462B-9612-37A7582AB200}" type="pres">
      <dgm:prSet presAssocID="{F9D84065-B062-47F2-A2BC-68E63E0EFDE0}" presName="background" presStyleLbl="node0" presStyleIdx="0" presStyleCnt="1"/>
      <dgm:spPr/>
    </dgm:pt>
    <dgm:pt modelId="{1315ACE9-1435-48EE-99A1-28509EC48F38}" type="pres">
      <dgm:prSet presAssocID="{F9D84065-B062-47F2-A2BC-68E63E0EFDE0}" presName="text" presStyleLbl="fgAcc0" presStyleIdx="0" presStyleCnt="1">
        <dgm:presLayoutVars>
          <dgm:chPref val="3"/>
        </dgm:presLayoutVars>
      </dgm:prSet>
      <dgm:spPr/>
    </dgm:pt>
    <dgm:pt modelId="{2A5BCA42-F8B3-4A89-8D13-7F3284827397}" type="pres">
      <dgm:prSet presAssocID="{F9D84065-B062-47F2-A2BC-68E63E0EFDE0}" presName="hierChild2" presStyleCnt="0"/>
      <dgm:spPr/>
    </dgm:pt>
    <dgm:pt modelId="{2383E025-29FE-4782-ADAA-816169278A9C}" type="pres">
      <dgm:prSet presAssocID="{46CF99C5-8FE8-4110-90B4-5A72B224E01D}" presName="Name10" presStyleLbl="parChTrans1D2" presStyleIdx="0" presStyleCnt="2"/>
      <dgm:spPr/>
    </dgm:pt>
    <dgm:pt modelId="{7F0CD25C-265C-41D7-8494-61573F6135D4}" type="pres">
      <dgm:prSet presAssocID="{4D78E436-568E-4CFE-A0D1-D0D1848B97AD}" presName="hierRoot2" presStyleCnt="0"/>
      <dgm:spPr/>
    </dgm:pt>
    <dgm:pt modelId="{6E6747E6-9521-45B9-A726-8042BE32467A}" type="pres">
      <dgm:prSet presAssocID="{4D78E436-568E-4CFE-A0D1-D0D1848B97AD}" presName="composite2" presStyleCnt="0"/>
      <dgm:spPr/>
    </dgm:pt>
    <dgm:pt modelId="{D6FA5EE3-E9A9-412C-A3F1-8FA01B81B824}" type="pres">
      <dgm:prSet presAssocID="{4D78E436-568E-4CFE-A0D1-D0D1848B97AD}" presName="background2" presStyleLbl="node2" presStyleIdx="0" presStyleCnt="2"/>
      <dgm:spPr/>
    </dgm:pt>
    <dgm:pt modelId="{7A9B53F2-EF9B-472C-AD5B-898886994B2E}" type="pres">
      <dgm:prSet presAssocID="{4D78E436-568E-4CFE-A0D1-D0D1848B97AD}" presName="text2" presStyleLbl="fgAcc2" presStyleIdx="0" presStyleCnt="2">
        <dgm:presLayoutVars>
          <dgm:chPref val="3"/>
        </dgm:presLayoutVars>
      </dgm:prSet>
      <dgm:spPr/>
    </dgm:pt>
    <dgm:pt modelId="{81EBAE4D-2800-4D70-9ABF-F444D1A87EEE}" type="pres">
      <dgm:prSet presAssocID="{4D78E436-568E-4CFE-A0D1-D0D1848B97AD}" presName="hierChild3" presStyleCnt="0"/>
      <dgm:spPr/>
    </dgm:pt>
    <dgm:pt modelId="{A5932DA5-AAFB-40EB-B775-DF460F86E16B}" type="pres">
      <dgm:prSet presAssocID="{C0567A68-6C81-4315-A7E4-F742A26E7242}" presName="Name17" presStyleLbl="parChTrans1D3" presStyleIdx="0" presStyleCnt="2"/>
      <dgm:spPr/>
    </dgm:pt>
    <dgm:pt modelId="{56495D82-851E-43EC-BE84-DD595A06077A}" type="pres">
      <dgm:prSet presAssocID="{153F0924-4F7D-4EE1-9881-D95E8D1EEE2D}" presName="hierRoot3" presStyleCnt="0"/>
      <dgm:spPr/>
    </dgm:pt>
    <dgm:pt modelId="{50631067-79C2-4150-BC55-86C485344573}" type="pres">
      <dgm:prSet presAssocID="{153F0924-4F7D-4EE1-9881-D95E8D1EEE2D}" presName="composite3" presStyleCnt="0"/>
      <dgm:spPr/>
    </dgm:pt>
    <dgm:pt modelId="{734FBBD1-73FF-4C34-AFBB-AAD3E755D4AF}" type="pres">
      <dgm:prSet presAssocID="{153F0924-4F7D-4EE1-9881-D95E8D1EEE2D}" presName="background3" presStyleLbl="node3" presStyleIdx="0" presStyleCnt="2"/>
      <dgm:spPr/>
    </dgm:pt>
    <dgm:pt modelId="{6DAA7FDA-21CF-47A0-A5AE-F0C797A0F6CB}" type="pres">
      <dgm:prSet presAssocID="{153F0924-4F7D-4EE1-9881-D95E8D1EEE2D}" presName="text3" presStyleLbl="fgAcc3" presStyleIdx="0" presStyleCnt="2">
        <dgm:presLayoutVars>
          <dgm:chPref val="3"/>
        </dgm:presLayoutVars>
      </dgm:prSet>
      <dgm:spPr/>
    </dgm:pt>
    <dgm:pt modelId="{8CA04012-89D2-4BCF-82D7-539889A3FE50}" type="pres">
      <dgm:prSet presAssocID="{153F0924-4F7D-4EE1-9881-D95E8D1EEE2D}" presName="hierChild4" presStyleCnt="0"/>
      <dgm:spPr/>
    </dgm:pt>
    <dgm:pt modelId="{29FB1479-093C-460B-A4E6-0C4E58A3C7C6}" type="pres">
      <dgm:prSet presAssocID="{2227702B-580B-4DEB-A456-239181981651}" presName="Name23" presStyleLbl="parChTrans1D4" presStyleIdx="0" presStyleCnt="10"/>
      <dgm:spPr/>
    </dgm:pt>
    <dgm:pt modelId="{39E0E42E-9C95-425D-A812-BC861BB60A6D}" type="pres">
      <dgm:prSet presAssocID="{1CEAC375-155E-41F8-B2FD-0C0D454725D2}" presName="hierRoot4" presStyleCnt="0"/>
      <dgm:spPr/>
    </dgm:pt>
    <dgm:pt modelId="{D76A4368-7D38-4F78-A05E-BC035B470D17}" type="pres">
      <dgm:prSet presAssocID="{1CEAC375-155E-41F8-B2FD-0C0D454725D2}" presName="composite4" presStyleCnt="0"/>
      <dgm:spPr/>
    </dgm:pt>
    <dgm:pt modelId="{0C5C6EB3-7597-41ED-949A-D4F9F015EA0B}" type="pres">
      <dgm:prSet presAssocID="{1CEAC375-155E-41F8-B2FD-0C0D454725D2}" presName="background4" presStyleLbl="node4" presStyleIdx="0" presStyleCnt="10"/>
      <dgm:spPr/>
    </dgm:pt>
    <dgm:pt modelId="{E5C3BDE0-7560-4454-A5EA-5623303BF1AE}" type="pres">
      <dgm:prSet presAssocID="{1CEAC375-155E-41F8-B2FD-0C0D454725D2}" presName="text4" presStyleLbl="fgAcc4" presStyleIdx="0" presStyleCnt="10">
        <dgm:presLayoutVars>
          <dgm:chPref val="3"/>
        </dgm:presLayoutVars>
      </dgm:prSet>
      <dgm:spPr/>
    </dgm:pt>
    <dgm:pt modelId="{B958BE86-C6C0-462A-B614-38886010BEC5}" type="pres">
      <dgm:prSet presAssocID="{1CEAC375-155E-41F8-B2FD-0C0D454725D2}" presName="hierChild5" presStyleCnt="0"/>
      <dgm:spPr/>
    </dgm:pt>
    <dgm:pt modelId="{BE5BE597-A94E-4383-90EA-BAF95F48A25C}" type="pres">
      <dgm:prSet presAssocID="{990DCF82-90B6-4675-B3A1-181F46FBA371}" presName="Name23" presStyleLbl="parChTrans1D4" presStyleIdx="1" presStyleCnt="10"/>
      <dgm:spPr/>
    </dgm:pt>
    <dgm:pt modelId="{567059DD-BD6B-4B23-9643-B083CC749E8E}" type="pres">
      <dgm:prSet presAssocID="{98986703-F2D2-4C21-B2A3-0B4EAC33854D}" presName="hierRoot4" presStyleCnt="0"/>
      <dgm:spPr/>
    </dgm:pt>
    <dgm:pt modelId="{D8E2BCCB-29C0-4B84-8D1B-23C103FF63F9}" type="pres">
      <dgm:prSet presAssocID="{98986703-F2D2-4C21-B2A3-0B4EAC33854D}" presName="composite4" presStyleCnt="0"/>
      <dgm:spPr/>
    </dgm:pt>
    <dgm:pt modelId="{BFD3E89E-9FCB-4ABE-B1C6-B5C673206997}" type="pres">
      <dgm:prSet presAssocID="{98986703-F2D2-4C21-B2A3-0B4EAC33854D}" presName="background4" presStyleLbl="node4" presStyleIdx="1" presStyleCnt="10"/>
      <dgm:spPr/>
    </dgm:pt>
    <dgm:pt modelId="{DC04D4EA-FCC2-4C6B-BFD4-D583AAE5AF68}" type="pres">
      <dgm:prSet presAssocID="{98986703-F2D2-4C21-B2A3-0B4EAC33854D}" presName="text4" presStyleLbl="fgAcc4" presStyleIdx="1" presStyleCnt="10">
        <dgm:presLayoutVars>
          <dgm:chPref val="3"/>
        </dgm:presLayoutVars>
      </dgm:prSet>
      <dgm:spPr/>
    </dgm:pt>
    <dgm:pt modelId="{8C409AB8-D5E2-49C4-AC16-4C7782F82DBB}" type="pres">
      <dgm:prSet presAssocID="{98986703-F2D2-4C21-B2A3-0B4EAC33854D}" presName="hierChild5" presStyleCnt="0"/>
      <dgm:spPr/>
    </dgm:pt>
    <dgm:pt modelId="{700AEF84-F1FF-44B4-B3CE-91A0606A7F0F}" type="pres">
      <dgm:prSet presAssocID="{3AE2514A-7830-42EF-9748-0164EB7764B1}" presName="Name23" presStyleLbl="parChTrans1D4" presStyleIdx="2" presStyleCnt="10"/>
      <dgm:spPr/>
    </dgm:pt>
    <dgm:pt modelId="{1F99E658-AAF9-431C-A755-BE014EC976E4}" type="pres">
      <dgm:prSet presAssocID="{52422715-22F8-45DC-9208-83BFD063BDB0}" presName="hierRoot4" presStyleCnt="0"/>
      <dgm:spPr/>
    </dgm:pt>
    <dgm:pt modelId="{731AE750-5DEB-4157-8A8B-5763090D207C}" type="pres">
      <dgm:prSet presAssocID="{52422715-22F8-45DC-9208-83BFD063BDB0}" presName="composite4" presStyleCnt="0"/>
      <dgm:spPr/>
    </dgm:pt>
    <dgm:pt modelId="{AD75E0E4-CDCA-4C23-A1C4-AA0C7D084961}" type="pres">
      <dgm:prSet presAssocID="{52422715-22F8-45DC-9208-83BFD063BDB0}" presName="background4" presStyleLbl="node4" presStyleIdx="2" presStyleCnt="10"/>
      <dgm:spPr/>
    </dgm:pt>
    <dgm:pt modelId="{5D23EBFF-2282-4C55-9968-33C69DE2FB64}" type="pres">
      <dgm:prSet presAssocID="{52422715-22F8-45DC-9208-83BFD063BDB0}" presName="text4" presStyleLbl="fgAcc4" presStyleIdx="2" presStyleCnt="10">
        <dgm:presLayoutVars>
          <dgm:chPref val="3"/>
        </dgm:presLayoutVars>
      </dgm:prSet>
      <dgm:spPr/>
    </dgm:pt>
    <dgm:pt modelId="{B0424C85-BFEA-4D67-BC97-DE7BB15D7D48}" type="pres">
      <dgm:prSet presAssocID="{52422715-22F8-45DC-9208-83BFD063BDB0}" presName="hierChild5" presStyleCnt="0"/>
      <dgm:spPr/>
    </dgm:pt>
    <dgm:pt modelId="{28EEAF21-E52F-475F-A9A1-D47C1EEA698C}" type="pres">
      <dgm:prSet presAssocID="{D9A22827-B178-4BA1-8F74-5BD0F1679667}" presName="Name23" presStyleLbl="parChTrans1D4" presStyleIdx="3" presStyleCnt="10"/>
      <dgm:spPr/>
    </dgm:pt>
    <dgm:pt modelId="{97082CFA-CB77-4F6F-BA26-5E0420069969}" type="pres">
      <dgm:prSet presAssocID="{83CDB230-3DDC-49B9-9028-C453EAAC1A1E}" presName="hierRoot4" presStyleCnt="0"/>
      <dgm:spPr/>
    </dgm:pt>
    <dgm:pt modelId="{4C33B373-FE8B-4E97-8735-9348027AD452}" type="pres">
      <dgm:prSet presAssocID="{83CDB230-3DDC-49B9-9028-C453EAAC1A1E}" presName="composite4" presStyleCnt="0"/>
      <dgm:spPr/>
    </dgm:pt>
    <dgm:pt modelId="{64342F66-0BB7-4DAC-9271-47DB9C6EF6A1}" type="pres">
      <dgm:prSet presAssocID="{83CDB230-3DDC-49B9-9028-C453EAAC1A1E}" presName="background4" presStyleLbl="node4" presStyleIdx="3" presStyleCnt="10"/>
      <dgm:spPr/>
    </dgm:pt>
    <dgm:pt modelId="{6D0DA8EC-0445-4A82-9400-5FD6A207317A}" type="pres">
      <dgm:prSet presAssocID="{83CDB230-3DDC-49B9-9028-C453EAAC1A1E}" presName="text4" presStyleLbl="fgAcc4" presStyleIdx="3" presStyleCnt="10">
        <dgm:presLayoutVars>
          <dgm:chPref val="3"/>
        </dgm:presLayoutVars>
      </dgm:prSet>
      <dgm:spPr/>
    </dgm:pt>
    <dgm:pt modelId="{6CAE00E1-6CAB-4C74-A542-7F3A409ACA83}" type="pres">
      <dgm:prSet presAssocID="{83CDB230-3DDC-49B9-9028-C453EAAC1A1E}" presName="hierChild5" presStyleCnt="0"/>
      <dgm:spPr/>
    </dgm:pt>
    <dgm:pt modelId="{63F2F637-0061-4C0F-AB7F-D87B914A533C}" type="pres">
      <dgm:prSet presAssocID="{553BB9FB-E05A-4EB1-AB6A-0EDE87033388}" presName="Name23" presStyleLbl="parChTrans1D4" presStyleIdx="4" presStyleCnt="10"/>
      <dgm:spPr/>
    </dgm:pt>
    <dgm:pt modelId="{200970F6-2AE9-4851-B18C-15316D2DC5E9}" type="pres">
      <dgm:prSet presAssocID="{BABC1343-EA16-4671-B3D0-7C562BFD4104}" presName="hierRoot4" presStyleCnt="0"/>
      <dgm:spPr/>
    </dgm:pt>
    <dgm:pt modelId="{4D2A302F-B982-4CFA-9A04-B3EEBEE27859}" type="pres">
      <dgm:prSet presAssocID="{BABC1343-EA16-4671-B3D0-7C562BFD4104}" presName="composite4" presStyleCnt="0"/>
      <dgm:spPr/>
    </dgm:pt>
    <dgm:pt modelId="{5DAE0FB1-0CC8-4CF9-8B0C-FE58FE3BD1E0}" type="pres">
      <dgm:prSet presAssocID="{BABC1343-EA16-4671-B3D0-7C562BFD4104}" presName="background4" presStyleLbl="node4" presStyleIdx="4" presStyleCnt="10"/>
      <dgm:spPr/>
    </dgm:pt>
    <dgm:pt modelId="{2D477881-965B-4BD6-8F2F-BBB8E6CD9313}" type="pres">
      <dgm:prSet presAssocID="{BABC1343-EA16-4671-B3D0-7C562BFD4104}" presName="text4" presStyleLbl="fgAcc4" presStyleIdx="4" presStyleCnt="10">
        <dgm:presLayoutVars>
          <dgm:chPref val="3"/>
        </dgm:presLayoutVars>
      </dgm:prSet>
      <dgm:spPr/>
    </dgm:pt>
    <dgm:pt modelId="{18608CE8-D322-4167-97E2-4FA9770E038A}" type="pres">
      <dgm:prSet presAssocID="{BABC1343-EA16-4671-B3D0-7C562BFD4104}" presName="hierChild5" presStyleCnt="0"/>
      <dgm:spPr/>
    </dgm:pt>
    <dgm:pt modelId="{A698FDA6-9496-4F10-B719-CF341A80C163}" type="pres">
      <dgm:prSet presAssocID="{E9663FAA-89DE-4E30-8169-22F7695C6D17}" presName="Name23" presStyleLbl="parChTrans1D4" presStyleIdx="5" presStyleCnt="10"/>
      <dgm:spPr/>
    </dgm:pt>
    <dgm:pt modelId="{16EB9145-89B8-4BBF-B2DD-16AE79B7FA66}" type="pres">
      <dgm:prSet presAssocID="{BF51A44D-C6B1-4D71-BF1E-2DBB7BF31162}" presName="hierRoot4" presStyleCnt="0"/>
      <dgm:spPr/>
    </dgm:pt>
    <dgm:pt modelId="{9AB4EA47-FBC8-4D61-94CC-7E19E088BCE5}" type="pres">
      <dgm:prSet presAssocID="{BF51A44D-C6B1-4D71-BF1E-2DBB7BF31162}" presName="composite4" presStyleCnt="0"/>
      <dgm:spPr/>
    </dgm:pt>
    <dgm:pt modelId="{FD43E2ED-8025-4C2E-A7A0-E52BF0698EA9}" type="pres">
      <dgm:prSet presAssocID="{BF51A44D-C6B1-4D71-BF1E-2DBB7BF31162}" presName="background4" presStyleLbl="node4" presStyleIdx="5" presStyleCnt="10"/>
      <dgm:spPr/>
    </dgm:pt>
    <dgm:pt modelId="{FE9994BB-D3EA-4900-8ADE-12ECA4FD7FF2}" type="pres">
      <dgm:prSet presAssocID="{BF51A44D-C6B1-4D71-BF1E-2DBB7BF31162}" presName="text4" presStyleLbl="fgAcc4" presStyleIdx="5" presStyleCnt="10">
        <dgm:presLayoutVars>
          <dgm:chPref val="3"/>
        </dgm:presLayoutVars>
      </dgm:prSet>
      <dgm:spPr/>
    </dgm:pt>
    <dgm:pt modelId="{3E2FD1FD-828C-409A-B216-1F702D645BBE}" type="pres">
      <dgm:prSet presAssocID="{BF51A44D-C6B1-4D71-BF1E-2DBB7BF31162}" presName="hierChild5" presStyleCnt="0"/>
      <dgm:spPr/>
    </dgm:pt>
    <dgm:pt modelId="{C7BA1B23-9507-4AAA-9419-A6B77BEB2492}" type="pres">
      <dgm:prSet presAssocID="{3D623F64-BC98-41ED-A568-BBA7DEE63031}" presName="Name23" presStyleLbl="parChTrans1D4" presStyleIdx="6" presStyleCnt="10"/>
      <dgm:spPr/>
    </dgm:pt>
    <dgm:pt modelId="{98A6A3E8-027F-4277-A787-D3EB6C25BEB7}" type="pres">
      <dgm:prSet presAssocID="{35BAAFE8-6F0F-456F-A083-39294CE142D8}" presName="hierRoot4" presStyleCnt="0"/>
      <dgm:spPr/>
    </dgm:pt>
    <dgm:pt modelId="{0A320600-4E86-4206-8EAE-AB6A0C2EDED3}" type="pres">
      <dgm:prSet presAssocID="{35BAAFE8-6F0F-456F-A083-39294CE142D8}" presName="composite4" presStyleCnt="0"/>
      <dgm:spPr/>
    </dgm:pt>
    <dgm:pt modelId="{854BA2C7-4D00-4A78-B819-E599FF99FEA8}" type="pres">
      <dgm:prSet presAssocID="{35BAAFE8-6F0F-456F-A083-39294CE142D8}" presName="background4" presStyleLbl="node4" presStyleIdx="6" presStyleCnt="10"/>
      <dgm:spPr/>
    </dgm:pt>
    <dgm:pt modelId="{2556CA3D-C248-4AA4-88D0-72FAD721B9F3}" type="pres">
      <dgm:prSet presAssocID="{35BAAFE8-6F0F-456F-A083-39294CE142D8}" presName="text4" presStyleLbl="fgAcc4" presStyleIdx="6" presStyleCnt="10">
        <dgm:presLayoutVars>
          <dgm:chPref val="3"/>
        </dgm:presLayoutVars>
      </dgm:prSet>
      <dgm:spPr/>
    </dgm:pt>
    <dgm:pt modelId="{9155DE8A-DCD4-4D39-A354-FEDCD0B1F42D}" type="pres">
      <dgm:prSet presAssocID="{35BAAFE8-6F0F-456F-A083-39294CE142D8}" presName="hierChild5" presStyleCnt="0"/>
      <dgm:spPr/>
    </dgm:pt>
    <dgm:pt modelId="{DE769F02-5201-4799-94FF-306430080CCB}" type="pres">
      <dgm:prSet presAssocID="{F187D4FE-C3F3-4F3C-9863-B85E3DBC2C0A}" presName="Name17" presStyleLbl="parChTrans1D3" presStyleIdx="1" presStyleCnt="2"/>
      <dgm:spPr/>
    </dgm:pt>
    <dgm:pt modelId="{3333335C-AD35-476B-8A04-7A784BCA38CD}" type="pres">
      <dgm:prSet presAssocID="{0D614B70-AAA0-4C1F-B409-05F9A1ED3B51}" presName="hierRoot3" presStyleCnt="0"/>
      <dgm:spPr/>
    </dgm:pt>
    <dgm:pt modelId="{1C8F5835-D66C-4A11-BD07-162327CFC653}" type="pres">
      <dgm:prSet presAssocID="{0D614B70-AAA0-4C1F-B409-05F9A1ED3B51}" presName="composite3" presStyleCnt="0"/>
      <dgm:spPr/>
    </dgm:pt>
    <dgm:pt modelId="{73485E32-0AD6-43B8-9D27-9B2CC528FBF9}" type="pres">
      <dgm:prSet presAssocID="{0D614B70-AAA0-4C1F-B409-05F9A1ED3B51}" presName="background3" presStyleLbl="node3" presStyleIdx="1" presStyleCnt="2"/>
      <dgm:spPr/>
    </dgm:pt>
    <dgm:pt modelId="{0EC0C926-7BD3-409E-9B1B-BB38C266A17D}" type="pres">
      <dgm:prSet presAssocID="{0D614B70-AAA0-4C1F-B409-05F9A1ED3B51}" presName="text3" presStyleLbl="fgAcc3" presStyleIdx="1" presStyleCnt="2">
        <dgm:presLayoutVars>
          <dgm:chPref val="3"/>
        </dgm:presLayoutVars>
      </dgm:prSet>
      <dgm:spPr/>
    </dgm:pt>
    <dgm:pt modelId="{01287346-1676-459C-AEEE-F21F1B322447}" type="pres">
      <dgm:prSet presAssocID="{0D614B70-AAA0-4C1F-B409-05F9A1ED3B51}" presName="hierChild4" presStyleCnt="0"/>
      <dgm:spPr/>
    </dgm:pt>
    <dgm:pt modelId="{29F7FC87-1910-45C2-9316-23157872F053}" type="pres">
      <dgm:prSet presAssocID="{7B5CAB4F-19EC-40D5-9ABF-9A7B3494CCD7}" presName="Name23" presStyleLbl="parChTrans1D4" presStyleIdx="7" presStyleCnt="10"/>
      <dgm:spPr/>
    </dgm:pt>
    <dgm:pt modelId="{5D56528F-3E63-42E2-ADFF-3F86CF0E673D}" type="pres">
      <dgm:prSet presAssocID="{9D6DAB6C-20A6-40DC-9DAF-F556F390BE47}" presName="hierRoot4" presStyleCnt="0"/>
      <dgm:spPr/>
    </dgm:pt>
    <dgm:pt modelId="{D70B0ED2-379A-493E-85B2-214F89B913EB}" type="pres">
      <dgm:prSet presAssocID="{9D6DAB6C-20A6-40DC-9DAF-F556F390BE47}" presName="composite4" presStyleCnt="0"/>
      <dgm:spPr/>
    </dgm:pt>
    <dgm:pt modelId="{F378606C-887D-4D15-8AE5-53E31C3BF60E}" type="pres">
      <dgm:prSet presAssocID="{9D6DAB6C-20A6-40DC-9DAF-F556F390BE47}" presName="background4" presStyleLbl="node4" presStyleIdx="7" presStyleCnt="10"/>
      <dgm:spPr/>
    </dgm:pt>
    <dgm:pt modelId="{B3C932E0-7176-4FC1-9C4F-91887D136C8C}" type="pres">
      <dgm:prSet presAssocID="{9D6DAB6C-20A6-40DC-9DAF-F556F390BE47}" presName="text4" presStyleLbl="fgAcc4" presStyleIdx="7" presStyleCnt="10">
        <dgm:presLayoutVars>
          <dgm:chPref val="3"/>
        </dgm:presLayoutVars>
      </dgm:prSet>
      <dgm:spPr/>
    </dgm:pt>
    <dgm:pt modelId="{5D5A5006-7183-4CD7-AB62-896F51A2C2C8}" type="pres">
      <dgm:prSet presAssocID="{9D6DAB6C-20A6-40DC-9DAF-F556F390BE47}" presName="hierChild5" presStyleCnt="0"/>
      <dgm:spPr/>
    </dgm:pt>
    <dgm:pt modelId="{7735955A-7678-4BE7-81AF-0BD88CAA260F}" type="pres">
      <dgm:prSet presAssocID="{D12AB2D4-9297-4686-93B2-78DDCA9BE3AD}" presName="Name23" presStyleLbl="parChTrans1D4" presStyleIdx="8" presStyleCnt="10"/>
      <dgm:spPr/>
    </dgm:pt>
    <dgm:pt modelId="{73B17DF2-CF2B-4537-9D66-9884DE904BCE}" type="pres">
      <dgm:prSet presAssocID="{BBFEEA85-EFE7-4AFB-A9AD-8D8207497C85}" presName="hierRoot4" presStyleCnt="0"/>
      <dgm:spPr/>
    </dgm:pt>
    <dgm:pt modelId="{F90B699C-9385-4AF0-8A96-52EBEAB64EE5}" type="pres">
      <dgm:prSet presAssocID="{BBFEEA85-EFE7-4AFB-A9AD-8D8207497C85}" presName="composite4" presStyleCnt="0"/>
      <dgm:spPr/>
    </dgm:pt>
    <dgm:pt modelId="{F1AF4450-338E-4C93-9FDE-D1509D4AC47B}" type="pres">
      <dgm:prSet presAssocID="{BBFEEA85-EFE7-4AFB-A9AD-8D8207497C85}" presName="background4" presStyleLbl="node4" presStyleIdx="8" presStyleCnt="10"/>
      <dgm:spPr/>
    </dgm:pt>
    <dgm:pt modelId="{95186209-C2DF-46E9-9315-8E60C2171D2D}" type="pres">
      <dgm:prSet presAssocID="{BBFEEA85-EFE7-4AFB-A9AD-8D8207497C85}" presName="text4" presStyleLbl="fgAcc4" presStyleIdx="8" presStyleCnt="10">
        <dgm:presLayoutVars>
          <dgm:chPref val="3"/>
        </dgm:presLayoutVars>
      </dgm:prSet>
      <dgm:spPr/>
    </dgm:pt>
    <dgm:pt modelId="{FF817D11-9E2A-472E-A598-43747B4913E4}" type="pres">
      <dgm:prSet presAssocID="{BBFEEA85-EFE7-4AFB-A9AD-8D8207497C85}" presName="hierChild5" presStyleCnt="0"/>
      <dgm:spPr/>
    </dgm:pt>
    <dgm:pt modelId="{017E532E-1CF8-43B9-A6F6-DE5F454119B3}" type="pres">
      <dgm:prSet presAssocID="{150DEC0F-B087-46EC-9845-260851B6C4F5}" presName="Name23" presStyleLbl="parChTrans1D4" presStyleIdx="9" presStyleCnt="10"/>
      <dgm:spPr/>
    </dgm:pt>
    <dgm:pt modelId="{E6D7A56F-1AA6-48DE-87EA-E799F76423C3}" type="pres">
      <dgm:prSet presAssocID="{651EF062-586C-4F7F-A197-94E0AF8E04D5}" presName="hierRoot4" presStyleCnt="0"/>
      <dgm:spPr/>
    </dgm:pt>
    <dgm:pt modelId="{0582E2BF-52D7-4D17-ADFF-E025217E8CA3}" type="pres">
      <dgm:prSet presAssocID="{651EF062-586C-4F7F-A197-94E0AF8E04D5}" presName="composite4" presStyleCnt="0"/>
      <dgm:spPr/>
    </dgm:pt>
    <dgm:pt modelId="{E2EB9574-5A03-4B9B-9AE5-86E6FBB0E21B}" type="pres">
      <dgm:prSet presAssocID="{651EF062-586C-4F7F-A197-94E0AF8E04D5}" presName="background4" presStyleLbl="node4" presStyleIdx="9" presStyleCnt="10"/>
      <dgm:spPr/>
    </dgm:pt>
    <dgm:pt modelId="{06686897-A3F1-4C8D-B2D3-1D0D188D3BA1}" type="pres">
      <dgm:prSet presAssocID="{651EF062-586C-4F7F-A197-94E0AF8E04D5}" presName="text4" presStyleLbl="fgAcc4" presStyleIdx="9" presStyleCnt="10">
        <dgm:presLayoutVars>
          <dgm:chPref val="3"/>
        </dgm:presLayoutVars>
      </dgm:prSet>
      <dgm:spPr/>
    </dgm:pt>
    <dgm:pt modelId="{94A95E4F-7662-4310-9709-25BB636DC747}" type="pres">
      <dgm:prSet presAssocID="{651EF062-586C-4F7F-A197-94E0AF8E04D5}" presName="hierChild5" presStyleCnt="0"/>
      <dgm:spPr/>
    </dgm:pt>
    <dgm:pt modelId="{6CAE3034-A7E6-4714-B502-5CAD3F083221}" type="pres">
      <dgm:prSet presAssocID="{92872BA2-9067-49C4-BDF5-579BE3BA8C72}" presName="Name10" presStyleLbl="parChTrans1D2" presStyleIdx="1" presStyleCnt="2"/>
      <dgm:spPr/>
    </dgm:pt>
    <dgm:pt modelId="{5963188B-D481-4D07-919C-1FCF9ED34A44}" type="pres">
      <dgm:prSet presAssocID="{C660FB3B-7F63-483E-AD8E-A3908CE32F82}" presName="hierRoot2" presStyleCnt="0"/>
      <dgm:spPr/>
    </dgm:pt>
    <dgm:pt modelId="{063D26D2-F048-4C5F-AF7B-4981B6BECB6E}" type="pres">
      <dgm:prSet presAssocID="{C660FB3B-7F63-483E-AD8E-A3908CE32F82}" presName="composite2" presStyleCnt="0"/>
      <dgm:spPr/>
    </dgm:pt>
    <dgm:pt modelId="{340800A0-9F45-4912-8BC1-3ADECEC8BC68}" type="pres">
      <dgm:prSet presAssocID="{C660FB3B-7F63-483E-AD8E-A3908CE32F82}" presName="background2" presStyleLbl="node2" presStyleIdx="1" presStyleCnt="2"/>
      <dgm:spPr/>
    </dgm:pt>
    <dgm:pt modelId="{DEBA35AB-9628-4B36-8350-4C9D6EAA89EC}" type="pres">
      <dgm:prSet presAssocID="{C660FB3B-7F63-483E-AD8E-A3908CE32F82}" presName="text2" presStyleLbl="fgAcc2" presStyleIdx="1" presStyleCnt="2">
        <dgm:presLayoutVars>
          <dgm:chPref val="3"/>
        </dgm:presLayoutVars>
      </dgm:prSet>
      <dgm:spPr/>
    </dgm:pt>
    <dgm:pt modelId="{51F7453E-534B-4A9F-A2AD-EA6CE2ABC1C8}" type="pres">
      <dgm:prSet presAssocID="{C660FB3B-7F63-483E-AD8E-A3908CE32F82}" presName="hierChild3" presStyleCnt="0"/>
      <dgm:spPr/>
    </dgm:pt>
  </dgm:ptLst>
  <dgm:cxnLst>
    <dgm:cxn modelId="{8550A704-C6FC-4103-8F97-F6879F1B19ED}" type="presOf" srcId="{46CF99C5-8FE8-4110-90B4-5A72B224E01D}" destId="{2383E025-29FE-4782-ADAA-816169278A9C}" srcOrd="0" destOrd="0" presId="urn:microsoft.com/office/officeart/2005/8/layout/hierarchy1"/>
    <dgm:cxn modelId="{1B02EB06-F926-43C0-A6B6-E91F672517B7}" type="presOf" srcId="{D9A22827-B178-4BA1-8F74-5BD0F1679667}" destId="{28EEAF21-E52F-475F-A9A1-D47C1EEA698C}" srcOrd="0" destOrd="0" presId="urn:microsoft.com/office/officeart/2005/8/layout/hierarchy1"/>
    <dgm:cxn modelId="{E02DAA08-E7A4-46CE-8450-7CD35FD637E5}" type="presOf" srcId="{1CEAC375-155E-41F8-B2FD-0C0D454725D2}" destId="{E5C3BDE0-7560-4454-A5EA-5623303BF1AE}" srcOrd="0" destOrd="0" presId="urn:microsoft.com/office/officeart/2005/8/layout/hierarchy1"/>
    <dgm:cxn modelId="{F10A7F09-356A-46BD-A495-3F6ABBC04727}" type="presOf" srcId="{C660FB3B-7F63-483E-AD8E-A3908CE32F82}" destId="{DEBA35AB-9628-4B36-8350-4C9D6EAA89EC}" srcOrd="0" destOrd="0" presId="urn:microsoft.com/office/officeart/2005/8/layout/hierarchy1"/>
    <dgm:cxn modelId="{FE85750C-4252-478B-8D62-E61581E02990}" type="presOf" srcId="{990DCF82-90B6-4675-B3A1-181F46FBA371}" destId="{BE5BE597-A94E-4383-90EA-BAF95F48A25C}" srcOrd="0" destOrd="0" presId="urn:microsoft.com/office/officeart/2005/8/layout/hierarchy1"/>
    <dgm:cxn modelId="{A34CB40F-024C-4662-B853-1061F10AE416}" srcId="{F9D84065-B062-47F2-A2BC-68E63E0EFDE0}" destId="{4D78E436-568E-4CFE-A0D1-D0D1848B97AD}" srcOrd="0" destOrd="0" parTransId="{46CF99C5-8FE8-4110-90B4-5A72B224E01D}" sibTransId="{AEEAF12C-55EC-4688-91EE-C5A7DE84CBFD}"/>
    <dgm:cxn modelId="{C86C1E12-153E-4847-B02E-F0DB40F05280}" type="presOf" srcId="{BBFEEA85-EFE7-4AFB-A9AD-8D8207497C85}" destId="{95186209-C2DF-46E9-9315-8E60C2171D2D}" srcOrd="0" destOrd="0" presId="urn:microsoft.com/office/officeart/2005/8/layout/hierarchy1"/>
    <dgm:cxn modelId="{8EF0A61A-5097-4544-9969-62390548536C}" type="presOf" srcId="{153F0924-4F7D-4EE1-9881-D95E8D1EEE2D}" destId="{6DAA7FDA-21CF-47A0-A5AE-F0C797A0F6CB}" srcOrd="0" destOrd="0" presId="urn:microsoft.com/office/officeart/2005/8/layout/hierarchy1"/>
    <dgm:cxn modelId="{D9F63D1B-4B7A-4A79-BB9F-DC5E6267C818}" srcId="{153F0924-4F7D-4EE1-9881-D95E8D1EEE2D}" destId="{52422715-22F8-45DC-9208-83BFD063BDB0}" srcOrd="2" destOrd="0" parTransId="{3AE2514A-7830-42EF-9748-0164EB7764B1}" sibTransId="{D8675E62-46AE-4747-A640-F691E2F67FF6}"/>
    <dgm:cxn modelId="{9F05C325-0444-44DA-B2A5-B57792FA5AD9}" srcId="{4D78E436-568E-4CFE-A0D1-D0D1848B97AD}" destId="{153F0924-4F7D-4EE1-9881-D95E8D1EEE2D}" srcOrd="0" destOrd="0" parTransId="{C0567A68-6C81-4315-A7E4-F742A26E7242}" sibTransId="{F4560DC5-1A7E-461B-A09B-3B655B9113D9}"/>
    <dgm:cxn modelId="{D7788729-E8D3-4AC9-A52D-820ABB42F2DD}" type="presOf" srcId="{3AE2514A-7830-42EF-9748-0164EB7764B1}" destId="{700AEF84-F1FF-44B4-B3CE-91A0606A7F0F}" srcOrd="0" destOrd="0" presId="urn:microsoft.com/office/officeart/2005/8/layout/hierarchy1"/>
    <dgm:cxn modelId="{48EA232B-DFE6-487C-B861-1E2484CEFC45}" srcId="{153F0924-4F7D-4EE1-9881-D95E8D1EEE2D}" destId="{1CEAC375-155E-41F8-B2FD-0C0D454725D2}" srcOrd="0" destOrd="0" parTransId="{2227702B-580B-4DEB-A456-239181981651}" sibTransId="{4F5874AC-32B2-43A2-9B42-531A972AC061}"/>
    <dgm:cxn modelId="{556C0830-266D-4B65-8DAD-B7748DDC9965}" srcId="{4D78E436-568E-4CFE-A0D1-D0D1848B97AD}" destId="{0D614B70-AAA0-4C1F-B409-05F9A1ED3B51}" srcOrd="1" destOrd="0" parTransId="{F187D4FE-C3F3-4F3C-9863-B85E3DBC2C0A}" sibTransId="{0D6F8193-2365-4486-9C87-D755D3171D1C}"/>
    <dgm:cxn modelId="{EC146C40-1ED1-4570-94CF-8DBCBA657799}" type="presOf" srcId="{9D6DAB6C-20A6-40DC-9DAF-F556F390BE47}" destId="{B3C932E0-7176-4FC1-9C4F-91887D136C8C}" srcOrd="0" destOrd="0" presId="urn:microsoft.com/office/officeart/2005/8/layout/hierarchy1"/>
    <dgm:cxn modelId="{B2ECD25F-C573-4B53-852D-0E00B68886AE}" type="presOf" srcId="{0D614B70-AAA0-4C1F-B409-05F9A1ED3B51}" destId="{0EC0C926-7BD3-409E-9B1B-BB38C266A17D}" srcOrd="0" destOrd="0" presId="urn:microsoft.com/office/officeart/2005/8/layout/hierarchy1"/>
    <dgm:cxn modelId="{A2A4A548-0D2C-45FB-B587-006922B208FF}" srcId="{0D614B70-AAA0-4C1F-B409-05F9A1ED3B51}" destId="{BBFEEA85-EFE7-4AFB-A9AD-8D8207497C85}" srcOrd="1" destOrd="0" parTransId="{D12AB2D4-9297-4686-93B2-78DDCA9BE3AD}" sibTransId="{68F9C329-654D-4BC4-A086-F4348D1BBC0B}"/>
    <dgm:cxn modelId="{007CC049-12AC-4BFE-A198-CCA211325348}" type="presOf" srcId="{4D78E436-568E-4CFE-A0D1-D0D1848B97AD}" destId="{7A9B53F2-EF9B-472C-AD5B-898886994B2E}" srcOrd="0" destOrd="0" presId="urn:microsoft.com/office/officeart/2005/8/layout/hierarchy1"/>
    <dgm:cxn modelId="{2F468B4C-FAE6-41FD-BB65-CB7F04B0E3B2}" srcId="{153F0924-4F7D-4EE1-9881-D95E8D1EEE2D}" destId="{BF51A44D-C6B1-4D71-BF1E-2DBB7BF31162}" srcOrd="5" destOrd="0" parTransId="{E9663FAA-89DE-4E30-8169-22F7695C6D17}" sibTransId="{966B6460-5AE1-4A19-8A1A-B5D4901983AE}"/>
    <dgm:cxn modelId="{AA86F16C-6424-42FD-9802-2EA1B6498F4F}" type="presOf" srcId="{2227702B-580B-4DEB-A456-239181981651}" destId="{29FB1479-093C-460B-A4E6-0C4E58A3C7C6}" srcOrd="0" destOrd="0" presId="urn:microsoft.com/office/officeart/2005/8/layout/hierarchy1"/>
    <dgm:cxn modelId="{8ED1F34C-9AA1-4075-9898-924E1253D19C}" srcId="{153F0924-4F7D-4EE1-9881-D95E8D1EEE2D}" destId="{83CDB230-3DDC-49B9-9028-C453EAAC1A1E}" srcOrd="3" destOrd="0" parTransId="{D9A22827-B178-4BA1-8F74-5BD0F1679667}" sibTransId="{DB9C4A8C-E0FC-444B-8CF1-FF2FA6D5DFC7}"/>
    <dgm:cxn modelId="{B263CD79-A632-4731-A4AB-AF0CF0729431}" type="presOf" srcId="{D12AB2D4-9297-4686-93B2-78DDCA9BE3AD}" destId="{7735955A-7678-4BE7-81AF-0BD88CAA260F}" srcOrd="0" destOrd="0" presId="urn:microsoft.com/office/officeart/2005/8/layout/hierarchy1"/>
    <dgm:cxn modelId="{DD0FF885-9493-4662-A32E-99E6A4896F92}" type="presOf" srcId="{F187D4FE-C3F3-4F3C-9863-B85E3DBC2C0A}" destId="{DE769F02-5201-4799-94FF-306430080CCB}" srcOrd="0" destOrd="0" presId="urn:microsoft.com/office/officeart/2005/8/layout/hierarchy1"/>
    <dgm:cxn modelId="{74DAA086-A231-47D2-A387-3CC4A497687E}" type="presOf" srcId="{92872BA2-9067-49C4-BDF5-579BE3BA8C72}" destId="{6CAE3034-A7E6-4714-B502-5CAD3F083221}" srcOrd="0" destOrd="0" presId="urn:microsoft.com/office/officeart/2005/8/layout/hierarchy1"/>
    <dgm:cxn modelId="{8339D488-6A2B-4F6E-BADD-0A7238C6862E}" type="presOf" srcId="{553BB9FB-E05A-4EB1-AB6A-0EDE87033388}" destId="{63F2F637-0061-4C0F-AB7F-D87B914A533C}" srcOrd="0" destOrd="0" presId="urn:microsoft.com/office/officeart/2005/8/layout/hierarchy1"/>
    <dgm:cxn modelId="{560A6C8C-03A5-4ED9-A722-959A43F9C52B}" type="presOf" srcId="{3D623F64-BC98-41ED-A568-BBA7DEE63031}" destId="{C7BA1B23-9507-4AAA-9419-A6B77BEB2492}" srcOrd="0" destOrd="0" presId="urn:microsoft.com/office/officeart/2005/8/layout/hierarchy1"/>
    <dgm:cxn modelId="{BB880292-CA0A-44E7-B834-C734587F3E7D}" srcId="{153F0924-4F7D-4EE1-9881-D95E8D1EEE2D}" destId="{BABC1343-EA16-4671-B3D0-7C562BFD4104}" srcOrd="4" destOrd="0" parTransId="{553BB9FB-E05A-4EB1-AB6A-0EDE87033388}" sibTransId="{136CC59C-23EF-4583-AA0B-F601F9CE7F7C}"/>
    <dgm:cxn modelId="{001BE796-CEF1-49E1-95A9-0F09D7CA44B6}" type="presOf" srcId="{150DEC0F-B087-46EC-9845-260851B6C4F5}" destId="{017E532E-1CF8-43B9-A6F6-DE5F454119B3}" srcOrd="0" destOrd="0" presId="urn:microsoft.com/office/officeart/2005/8/layout/hierarchy1"/>
    <dgm:cxn modelId="{4861AE9C-9F05-43FD-B4B0-81C1AF43803E}" type="presOf" srcId="{83CDB230-3DDC-49B9-9028-C453EAAC1A1E}" destId="{6D0DA8EC-0445-4A82-9400-5FD6A207317A}" srcOrd="0" destOrd="0" presId="urn:microsoft.com/office/officeart/2005/8/layout/hierarchy1"/>
    <dgm:cxn modelId="{F826DEA0-467E-4C1E-8C13-B82D5DFC921A}" srcId="{A44B40A0-2851-49FF-9FED-EED109A05C4A}" destId="{F9D84065-B062-47F2-A2BC-68E63E0EFDE0}" srcOrd="0" destOrd="0" parTransId="{6770C558-0252-4940-9976-629C8EE1A37B}" sibTransId="{3161AE3A-9383-4C6F-95A0-02CFA4D046BB}"/>
    <dgm:cxn modelId="{E557BCB1-F5D4-4F9B-B4C3-848983C57C36}" type="presOf" srcId="{E9663FAA-89DE-4E30-8169-22F7695C6D17}" destId="{A698FDA6-9496-4F10-B719-CF341A80C163}" srcOrd="0" destOrd="0" presId="urn:microsoft.com/office/officeart/2005/8/layout/hierarchy1"/>
    <dgm:cxn modelId="{6EBEABB2-3C38-4BFD-88E7-48B42FDC564C}" type="presOf" srcId="{35BAAFE8-6F0F-456F-A083-39294CE142D8}" destId="{2556CA3D-C248-4AA4-88D0-72FAD721B9F3}" srcOrd="0" destOrd="0" presId="urn:microsoft.com/office/officeart/2005/8/layout/hierarchy1"/>
    <dgm:cxn modelId="{144E9FB3-78FB-4323-B31F-B68528CEA9DF}" type="presOf" srcId="{7B5CAB4F-19EC-40D5-9ABF-9A7B3494CCD7}" destId="{29F7FC87-1910-45C2-9316-23157872F053}" srcOrd="0" destOrd="0" presId="urn:microsoft.com/office/officeart/2005/8/layout/hierarchy1"/>
    <dgm:cxn modelId="{2865C0BE-6AE0-40B5-8C95-B45ACD2EE0CA}" srcId="{0D614B70-AAA0-4C1F-B409-05F9A1ED3B51}" destId="{9D6DAB6C-20A6-40DC-9DAF-F556F390BE47}" srcOrd="0" destOrd="0" parTransId="{7B5CAB4F-19EC-40D5-9ABF-9A7B3494CCD7}" sibTransId="{7E8080C9-42BE-48B6-8AB4-718780A0019C}"/>
    <dgm:cxn modelId="{4F4042BF-0E05-4605-95B8-F89A474AF7E7}" srcId="{153F0924-4F7D-4EE1-9881-D95E8D1EEE2D}" destId="{35BAAFE8-6F0F-456F-A083-39294CE142D8}" srcOrd="6" destOrd="0" parTransId="{3D623F64-BC98-41ED-A568-BBA7DEE63031}" sibTransId="{523F09E4-43DC-41C4-BA26-D620808BA3E7}"/>
    <dgm:cxn modelId="{32B568C1-112C-4AF0-BE50-F33EF33D6419}" srcId="{F9D84065-B062-47F2-A2BC-68E63E0EFDE0}" destId="{C660FB3B-7F63-483E-AD8E-A3908CE32F82}" srcOrd="1" destOrd="0" parTransId="{92872BA2-9067-49C4-BDF5-579BE3BA8C72}" sibTransId="{58209575-1F6E-46CF-BB28-BEEE6E7CA454}"/>
    <dgm:cxn modelId="{91B788C7-382A-4546-B895-9B9DC6DCD21F}" type="presOf" srcId="{BABC1343-EA16-4671-B3D0-7C562BFD4104}" destId="{2D477881-965B-4BD6-8F2F-BBB8E6CD9313}" srcOrd="0" destOrd="0" presId="urn:microsoft.com/office/officeart/2005/8/layout/hierarchy1"/>
    <dgm:cxn modelId="{C9C51ED0-AADC-4675-85A2-7FE60B137155}" type="presOf" srcId="{F9D84065-B062-47F2-A2BC-68E63E0EFDE0}" destId="{1315ACE9-1435-48EE-99A1-28509EC48F38}" srcOrd="0" destOrd="0" presId="urn:microsoft.com/office/officeart/2005/8/layout/hierarchy1"/>
    <dgm:cxn modelId="{73D61DD3-D446-4DBF-9802-0300BDCC93AF}" type="presOf" srcId="{52422715-22F8-45DC-9208-83BFD063BDB0}" destId="{5D23EBFF-2282-4C55-9968-33C69DE2FB64}" srcOrd="0" destOrd="0" presId="urn:microsoft.com/office/officeart/2005/8/layout/hierarchy1"/>
    <dgm:cxn modelId="{D6D877D4-1DDB-46BB-B93A-483AF59029A6}" srcId="{BBFEEA85-EFE7-4AFB-A9AD-8D8207497C85}" destId="{651EF062-586C-4F7F-A197-94E0AF8E04D5}" srcOrd="0" destOrd="0" parTransId="{150DEC0F-B087-46EC-9845-260851B6C4F5}" sibTransId="{334F7897-6511-41E2-A9CB-4C22C7F3816F}"/>
    <dgm:cxn modelId="{097071DF-C7DC-4DF5-A0D4-849F231343FE}" type="presOf" srcId="{651EF062-586C-4F7F-A197-94E0AF8E04D5}" destId="{06686897-A3F1-4C8D-B2D3-1D0D188D3BA1}" srcOrd="0" destOrd="0" presId="urn:microsoft.com/office/officeart/2005/8/layout/hierarchy1"/>
    <dgm:cxn modelId="{4476D8E0-F0B3-482F-8FB1-F5CAC131C444}" type="presOf" srcId="{BF51A44D-C6B1-4D71-BF1E-2DBB7BF31162}" destId="{FE9994BB-D3EA-4900-8ADE-12ECA4FD7FF2}" srcOrd="0" destOrd="0" presId="urn:microsoft.com/office/officeart/2005/8/layout/hierarchy1"/>
    <dgm:cxn modelId="{D8207BE6-5551-494E-9BAD-9AE16D229661}" type="presOf" srcId="{C0567A68-6C81-4315-A7E4-F742A26E7242}" destId="{A5932DA5-AAFB-40EB-B775-DF460F86E16B}" srcOrd="0" destOrd="0" presId="urn:microsoft.com/office/officeart/2005/8/layout/hierarchy1"/>
    <dgm:cxn modelId="{7B0458E9-C3FC-49C7-A51A-F40D2929434E}" type="presOf" srcId="{A44B40A0-2851-49FF-9FED-EED109A05C4A}" destId="{DE604140-E8A4-447A-84D4-71439F3F11A1}" srcOrd="0" destOrd="0" presId="urn:microsoft.com/office/officeart/2005/8/layout/hierarchy1"/>
    <dgm:cxn modelId="{92C90CF3-FB1E-4981-B2A7-7F5CE050F3DF}" srcId="{153F0924-4F7D-4EE1-9881-D95E8D1EEE2D}" destId="{98986703-F2D2-4C21-B2A3-0B4EAC33854D}" srcOrd="1" destOrd="0" parTransId="{990DCF82-90B6-4675-B3A1-181F46FBA371}" sibTransId="{5D6B4459-95F5-4469-A2F1-9EFEF9C83BEB}"/>
    <dgm:cxn modelId="{F428DAF9-D5DF-45E9-91C1-5C85BBEAAA88}" type="presOf" srcId="{98986703-F2D2-4C21-B2A3-0B4EAC33854D}" destId="{DC04D4EA-FCC2-4C6B-BFD4-D583AAE5AF68}" srcOrd="0" destOrd="0" presId="urn:microsoft.com/office/officeart/2005/8/layout/hierarchy1"/>
    <dgm:cxn modelId="{A52AFA0A-A119-426F-966A-DB21ED03D50A}" type="presParOf" srcId="{DE604140-E8A4-447A-84D4-71439F3F11A1}" destId="{B858214B-516F-4811-824F-F10DB8905527}" srcOrd="0" destOrd="0" presId="urn:microsoft.com/office/officeart/2005/8/layout/hierarchy1"/>
    <dgm:cxn modelId="{00246D04-7211-4827-B8B3-82ED46B8DDD0}" type="presParOf" srcId="{B858214B-516F-4811-824F-F10DB8905527}" destId="{E2CA5A73-35B0-4788-90FD-97EB4E8E935A}" srcOrd="0" destOrd="0" presId="urn:microsoft.com/office/officeart/2005/8/layout/hierarchy1"/>
    <dgm:cxn modelId="{1E7B90D9-E161-4B93-B040-09BBE849887C}" type="presParOf" srcId="{E2CA5A73-35B0-4788-90FD-97EB4E8E935A}" destId="{A6743092-7379-462B-9612-37A7582AB200}" srcOrd="0" destOrd="0" presId="urn:microsoft.com/office/officeart/2005/8/layout/hierarchy1"/>
    <dgm:cxn modelId="{E6D206F3-BB7C-40D7-8909-9D20083032BA}" type="presParOf" srcId="{E2CA5A73-35B0-4788-90FD-97EB4E8E935A}" destId="{1315ACE9-1435-48EE-99A1-28509EC48F38}" srcOrd="1" destOrd="0" presId="urn:microsoft.com/office/officeart/2005/8/layout/hierarchy1"/>
    <dgm:cxn modelId="{EF47067D-7DE3-4F09-974C-F3FE1D08E854}" type="presParOf" srcId="{B858214B-516F-4811-824F-F10DB8905527}" destId="{2A5BCA42-F8B3-4A89-8D13-7F3284827397}" srcOrd="1" destOrd="0" presId="urn:microsoft.com/office/officeart/2005/8/layout/hierarchy1"/>
    <dgm:cxn modelId="{0B66534A-1C32-4070-98B6-3F2F50C7EC44}" type="presParOf" srcId="{2A5BCA42-F8B3-4A89-8D13-7F3284827397}" destId="{2383E025-29FE-4782-ADAA-816169278A9C}" srcOrd="0" destOrd="0" presId="urn:microsoft.com/office/officeart/2005/8/layout/hierarchy1"/>
    <dgm:cxn modelId="{59129B24-4020-463D-A6C4-82E6FF2F9838}" type="presParOf" srcId="{2A5BCA42-F8B3-4A89-8D13-7F3284827397}" destId="{7F0CD25C-265C-41D7-8494-61573F6135D4}" srcOrd="1" destOrd="0" presId="urn:microsoft.com/office/officeart/2005/8/layout/hierarchy1"/>
    <dgm:cxn modelId="{C2337B10-D206-42FC-968C-42C7157EB888}" type="presParOf" srcId="{7F0CD25C-265C-41D7-8494-61573F6135D4}" destId="{6E6747E6-9521-45B9-A726-8042BE32467A}" srcOrd="0" destOrd="0" presId="urn:microsoft.com/office/officeart/2005/8/layout/hierarchy1"/>
    <dgm:cxn modelId="{C97CFD43-B286-4D3F-A263-030092C91BF1}" type="presParOf" srcId="{6E6747E6-9521-45B9-A726-8042BE32467A}" destId="{D6FA5EE3-E9A9-412C-A3F1-8FA01B81B824}" srcOrd="0" destOrd="0" presId="urn:microsoft.com/office/officeart/2005/8/layout/hierarchy1"/>
    <dgm:cxn modelId="{73542F5C-FEE9-4610-AB19-576A8114CBC5}" type="presParOf" srcId="{6E6747E6-9521-45B9-A726-8042BE32467A}" destId="{7A9B53F2-EF9B-472C-AD5B-898886994B2E}" srcOrd="1" destOrd="0" presId="urn:microsoft.com/office/officeart/2005/8/layout/hierarchy1"/>
    <dgm:cxn modelId="{45BAA17D-0A00-45AF-8957-34A05882AE89}" type="presParOf" srcId="{7F0CD25C-265C-41D7-8494-61573F6135D4}" destId="{81EBAE4D-2800-4D70-9ABF-F444D1A87EEE}" srcOrd="1" destOrd="0" presId="urn:microsoft.com/office/officeart/2005/8/layout/hierarchy1"/>
    <dgm:cxn modelId="{72DB7A27-0B1C-4B27-AA58-04CEA6084254}" type="presParOf" srcId="{81EBAE4D-2800-4D70-9ABF-F444D1A87EEE}" destId="{A5932DA5-AAFB-40EB-B775-DF460F86E16B}" srcOrd="0" destOrd="0" presId="urn:microsoft.com/office/officeart/2005/8/layout/hierarchy1"/>
    <dgm:cxn modelId="{26A91487-E505-4E28-A279-E3E041EC3B87}" type="presParOf" srcId="{81EBAE4D-2800-4D70-9ABF-F444D1A87EEE}" destId="{56495D82-851E-43EC-BE84-DD595A06077A}" srcOrd="1" destOrd="0" presId="urn:microsoft.com/office/officeart/2005/8/layout/hierarchy1"/>
    <dgm:cxn modelId="{C6BDE28B-0F53-43A3-A8C3-8194590E4127}" type="presParOf" srcId="{56495D82-851E-43EC-BE84-DD595A06077A}" destId="{50631067-79C2-4150-BC55-86C485344573}" srcOrd="0" destOrd="0" presId="urn:microsoft.com/office/officeart/2005/8/layout/hierarchy1"/>
    <dgm:cxn modelId="{3FCE2F11-6DA8-4853-A3AE-DAB301224072}" type="presParOf" srcId="{50631067-79C2-4150-BC55-86C485344573}" destId="{734FBBD1-73FF-4C34-AFBB-AAD3E755D4AF}" srcOrd="0" destOrd="0" presId="urn:microsoft.com/office/officeart/2005/8/layout/hierarchy1"/>
    <dgm:cxn modelId="{9B593488-77F9-414B-8C8C-935BA03D9C7E}" type="presParOf" srcId="{50631067-79C2-4150-BC55-86C485344573}" destId="{6DAA7FDA-21CF-47A0-A5AE-F0C797A0F6CB}" srcOrd="1" destOrd="0" presId="urn:microsoft.com/office/officeart/2005/8/layout/hierarchy1"/>
    <dgm:cxn modelId="{5C794BB4-1D54-4B0D-995A-8231C7A9543E}" type="presParOf" srcId="{56495D82-851E-43EC-BE84-DD595A06077A}" destId="{8CA04012-89D2-4BCF-82D7-539889A3FE50}" srcOrd="1" destOrd="0" presId="urn:microsoft.com/office/officeart/2005/8/layout/hierarchy1"/>
    <dgm:cxn modelId="{8B28FE0B-6D03-40D5-8271-91233FB6BF0A}" type="presParOf" srcId="{8CA04012-89D2-4BCF-82D7-539889A3FE50}" destId="{29FB1479-093C-460B-A4E6-0C4E58A3C7C6}" srcOrd="0" destOrd="0" presId="urn:microsoft.com/office/officeart/2005/8/layout/hierarchy1"/>
    <dgm:cxn modelId="{9C11F1CA-9F4D-482D-B2D4-969A6F0781DA}" type="presParOf" srcId="{8CA04012-89D2-4BCF-82D7-539889A3FE50}" destId="{39E0E42E-9C95-425D-A812-BC861BB60A6D}" srcOrd="1" destOrd="0" presId="urn:microsoft.com/office/officeart/2005/8/layout/hierarchy1"/>
    <dgm:cxn modelId="{1B8322C0-85D0-4037-A3A6-C98424673B5E}" type="presParOf" srcId="{39E0E42E-9C95-425D-A812-BC861BB60A6D}" destId="{D76A4368-7D38-4F78-A05E-BC035B470D17}" srcOrd="0" destOrd="0" presId="urn:microsoft.com/office/officeart/2005/8/layout/hierarchy1"/>
    <dgm:cxn modelId="{4FA6BA2B-B72D-4F71-8121-123C71781AB2}" type="presParOf" srcId="{D76A4368-7D38-4F78-A05E-BC035B470D17}" destId="{0C5C6EB3-7597-41ED-949A-D4F9F015EA0B}" srcOrd="0" destOrd="0" presId="urn:microsoft.com/office/officeart/2005/8/layout/hierarchy1"/>
    <dgm:cxn modelId="{5B385A4D-A823-4D48-B9E5-1563664FD510}" type="presParOf" srcId="{D76A4368-7D38-4F78-A05E-BC035B470D17}" destId="{E5C3BDE0-7560-4454-A5EA-5623303BF1AE}" srcOrd="1" destOrd="0" presId="urn:microsoft.com/office/officeart/2005/8/layout/hierarchy1"/>
    <dgm:cxn modelId="{0BD32C1B-CC64-48D8-8DEB-A6344EE3A4D6}" type="presParOf" srcId="{39E0E42E-9C95-425D-A812-BC861BB60A6D}" destId="{B958BE86-C6C0-462A-B614-38886010BEC5}" srcOrd="1" destOrd="0" presId="urn:microsoft.com/office/officeart/2005/8/layout/hierarchy1"/>
    <dgm:cxn modelId="{D890D510-4C64-409E-8FAC-E5EC32A5AB26}" type="presParOf" srcId="{8CA04012-89D2-4BCF-82D7-539889A3FE50}" destId="{BE5BE597-A94E-4383-90EA-BAF95F48A25C}" srcOrd="2" destOrd="0" presId="urn:microsoft.com/office/officeart/2005/8/layout/hierarchy1"/>
    <dgm:cxn modelId="{06AED9D9-1A43-4A24-9CF4-52818FEAE74D}" type="presParOf" srcId="{8CA04012-89D2-4BCF-82D7-539889A3FE50}" destId="{567059DD-BD6B-4B23-9643-B083CC749E8E}" srcOrd="3" destOrd="0" presId="urn:microsoft.com/office/officeart/2005/8/layout/hierarchy1"/>
    <dgm:cxn modelId="{0A14E7CB-911B-46A4-8007-DE0A97F15ADF}" type="presParOf" srcId="{567059DD-BD6B-4B23-9643-B083CC749E8E}" destId="{D8E2BCCB-29C0-4B84-8D1B-23C103FF63F9}" srcOrd="0" destOrd="0" presId="urn:microsoft.com/office/officeart/2005/8/layout/hierarchy1"/>
    <dgm:cxn modelId="{7C21E713-D396-48C4-A2E5-B84F8BDD378C}" type="presParOf" srcId="{D8E2BCCB-29C0-4B84-8D1B-23C103FF63F9}" destId="{BFD3E89E-9FCB-4ABE-B1C6-B5C673206997}" srcOrd="0" destOrd="0" presId="urn:microsoft.com/office/officeart/2005/8/layout/hierarchy1"/>
    <dgm:cxn modelId="{8B2F9A39-DCB2-4DDC-BD53-CFE209B3A190}" type="presParOf" srcId="{D8E2BCCB-29C0-4B84-8D1B-23C103FF63F9}" destId="{DC04D4EA-FCC2-4C6B-BFD4-D583AAE5AF68}" srcOrd="1" destOrd="0" presId="urn:microsoft.com/office/officeart/2005/8/layout/hierarchy1"/>
    <dgm:cxn modelId="{47443A7D-7352-40D1-9737-48D75A9EB029}" type="presParOf" srcId="{567059DD-BD6B-4B23-9643-B083CC749E8E}" destId="{8C409AB8-D5E2-49C4-AC16-4C7782F82DBB}" srcOrd="1" destOrd="0" presId="urn:microsoft.com/office/officeart/2005/8/layout/hierarchy1"/>
    <dgm:cxn modelId="{50F0CF05-03F5-495E-8435-87B9CE621844}" type="presParOf" srcId="{8CA04012-89D2-4BCF-82D7-539889A3FE50}" destId="{700AEF84-F1FF-44B4-B3CE-91A0606A7F0F}" srcOrd="4" destOrd="0" presId="urn:microsoft.com/office/officeart/2005/8/layout/hierarchy1"/>
    <dgm:cxn modelId="{D871B3AD-9756-41F1-B32C-BA971D6FDA11}" type="presParOf" srcId="{8CA04012-89D2-4BCF-82D7-539889A3FE50}" destId="{1F99E658-AAF9-431C-A755-BE014EC976E4}" srcOrd="5" destOrd="0" presId="urn:microsoft.com/office/officeart/2005/8/layout/hierarchy1"/>
    <dgm:cxn modelId="{F0AAAABA-08E4-4284-8325-1211444C684F}" type="presParOf" srcId="{1F99E658-AAF9-431C-A755-BE014EC976E4}" destId="{731AE750-5DEB-4157-8A8B-5763090D207C}" srcOrd="0" destOrd="0" presId="urn:microsoft.com/office/officeart/2005/8/layout/hierarchy1"/>
    <dgm:cxn modelId="{22E41123-4336-4106-B74A-C6F04613A5EE}" type="presParOf" srcId="{731AE750-5DEB-4157-8A8B-5763090D207C}" destId="{AD75E0E4-CDCA-4C23-A1C4-AA0C7D084961}" srcOrd="0" destOrd="0" presId="urn:microsoft.com/office/officeart/2005/8/layout/hierarchy1"/>
    <dgm:cxn modelId="{F3E94F1F-7D20-46EA-B986-756E4AD91B4C}" type="presParOf" srcId="{731AE750-5DEB-4157-8A8B-5763090D207C}" destId="{5D23EBFF-2282-4C55-9968-33C69DE2FB64}" srcOrd="1" destOrd="0" presId="urn:microsoft.com/office/officeart/2005/8/layout/hierarchy1"/>
    <dgm:cxn modelId="{3D809C26-9FA3-4378-AC1F-9DA297F3DB1B}" type="presParOf" srcId="{1F99E658-AAF9-431C-A755-BE014EC976E4}" destId="{B0424C85-BFEA-4D67-BC97-DE7BB15D7D48}" srcOrd="1" destOrd="0" presId="urn:microsoft.com/office/officeart/2005/8/layout/hierarchy1"/>
    <dgm:cxn modelId="{D25F454E-E55F-4B64-B6CE-CC9349714E97}" type="presParOf" srcId="{8CA04012-89D2-4BCF-82D7-539889A3FE50}" destId="{28EEAF21-E52F-475F-A9A1-D47C1EEA698C}" srcOrd="6" destOrd="0" presId="urn:microsoft.com/office/officeart/2005/8/layout/hierarchy1"/>
    <dgm:cxn modelId="{F209B25B-79AD-422D-BD35-5C4D028DBC56}" type="presParOf" srcId="{8CA04012-89D2-4BCF-82D7-539889A3FE50}" destId="{97082CFA-CB77-4F6F-BA26-5E0420069969}" srcOrd="7" destOrd="0" presId="urn:microsoft.com/office/officeart/2005/8/layout/hierarchy1"/>
    <dgm:cxn modelId="{888FE722-99F4-4607-BDF2-C534EA60EC35}" type="presParOf" srcId="{97082CFA-CB77-4F6F-BA26-5E0420069969}" destId="{4C33B373-FE8B-4E97-8735-9348027AD452}" srcOrd="0" destOrd="0" presId="urn:microsoft.com/office/officeart/2005/8/layout/hierarchy1"/>
    <dgm:cxn modelId="{4BA3AD7B-AD74-4DB2-A496-F7873ECF4830}" type="presParOf" srcId="{4C33B373-FE8B-4E97-8735-9348027AD452}" destId="{64342F66-0BB7-4DAC-9271-47DB9C6EF6A1}" srcOrd="0" destOrd="0" presId="urn:microsoft.com/office/officeart/2005/8/layout/hierarchy1"/>
    <dgm:cxn modelId="{3037272B-B2FF-4D34-ADF5-E092ED2AC77E}" type="presParOf" srcId="{4C33B373-FE8B-4E97-8735-9348027AD452}" destId="{6D0DA8EC-0445-4A82-9400-5FD6A207317A}" srcOrd="1" destOrd="0" presId="urn:microsoft.com/office/officeart/2005/8/layout/hierarchy1"/>
    <dgm:cxn modelId="{0667F07A-763F-41AB-9137-9912B09354EE}" type="presParOf" srcId="{97082CFA-CB77-4F6F-BA26-5E0420069969}" destId="{6CAE00E1-6CAB-4C74-A542-7F3A409ACA83}" srcOrd="1" destOrd="0" presId="urn:microsoft.com/office/officeart/2005/8/layout/hierarchy1"/>
    <dgm:cxn modelId="{5BE85DE5-A94D-407C-8104-ACA0FCEEBF7D}" type="presParOf" srcId="{8CA04012-89D2-4BCF-82D7-539889A3FE50}" destId="{63F2F637-0061-4C0F-AB7F-D87B914A533C}" srcOrd="8" destOrd="0" presId="urn:microsoft.com/office/officeart/2005/8/layout/hierarchy1"/>
    <dgm:cxn modelId="{369AEB65-9FB1-4156-898E-B89B98FFCA84}" type="presParOf" srcId="{8CA04012-89D2-4BCF-82D7-539889A3FE50}" destId="{200970F6-2AE9-4851-B18C-15316D2DC5E9}" srcOrd="9" destOrd="0" presId="urn:microsoft.com/office/officeart/2005/8/layout/hierarchy1"/>
    <dgm:cxn modelId="{40F58A85-88C5-4207-80D5-98FEE244AF26}" type="presParOf" srcId="{200970F6-2AE9-4851-B18C-15316D2DC5E9}" destId="{4D2A302F-B982-4CFA-9A04-B3EEBEE27859}" srcOrd="0" destOrd="0" presId="urn:microsoft.com/office/officeart/2005/8/layout/hierarchy1"/>
    <dgm:cxn modelId="{EBBBA8F3-178B-488E-A58F-6B9BACBB31B3}" type="presParOf" srcId="{4D2A302F-B982-4CFA-9A04-B3EEBEE27859}" destId="{5DAE0FB1-0CC8-4CF9-8B0C-FE58FE3BD1E0}" srcOrd="0" destOrd="0" presId="urn:microsoft.com/office/officeart/2005/8/layout/hierarchy1"/>
    <dgm:cxn modelId="{F9340497-7E53-4D17-8EF3-77B26E08552C}" type="presParOf" srcId="{4D2A302F-B982-4CFA-9A04-B3EEBEE27859}" destId="{2D477881-965B-4BD6-8F2F-BBB8E6CD9313}" srcOrd="1" destOrd="0" presId="urn:microsoft.com/office/officeart/2005/8/layout/hierarchy1"/>
    <dgm:cxn modelId="{09888000-BE18-4825-9D0C-EE798CE49E66}" type="presParOf" srcId="{200970F6-2AE9-4851-B18C-15316D2DC5E9}" destId="{18608CE8-D322-4167-97E2-4FA9770E038A}" srcOrd="1" destOrd="0" presId="urn:microsoft.com/office/officeart/2005/8/layout/hierarchy1"/>
    <dgm:cxn modelId="{18FA02B4-28A6-4001-9C64-60BEBAAD78A1}" type="presParOf" srcId="{8CA04012-89D2-4BCF-82D7-539889A3FE50}" destId="{A698FDA6-9496-4F10-B719-CF341A80C163}" srcOrd="10" destOrd="0" presId="urn:microsoft.com/office/officeart/2005/8/layout/hierarchy1"/>
    <dgm:cxn modelId="{0CC1225F-45B7-476E-B702-52B9D724099B}" type="presParOf" srcId="{8CA04012-89D2-4BCF-82D7-539889A3FE50}" destId="{16EB9145-89B8-4BBF-B2DD-16AE79B7FA66}" srcOrd="11" destOrd="0" presId="urn:microsoft.com/office/officeart/2005/8/layout/hierarchy1"/>
    <dgm:cxn modelId="{36EABF0F-C0A1-47E8-B9AB-6938EA56FECE}" type="presParOf" srcId="{16EB9145-89B8-4BBF-B2DD-16AE79B7FA66}" destId="{9AB4EA47-FBC8-4D61-94CC-7E19E088BCE5}" srcOrd="0" destOrd="0" presId="urn:microsoft.com/office/officeart/2005/8/layout/hierarchy1"/>
    <dgm:cxn modelId="{7EAC4F35-07FA-4EFC-9476-1E1F6B862105}" type="presParOf" srcId="{9AB4EA47-FBC8-4D61-94CC-7E19E088BCE5}" destId="{FD43E2ED-8025-4C2E-A7A0-E52BF0698EA9}" srcOrd="0" destOrd="0" presId="urn:microsoft.com/office/officeart/2005/8/layout/hierarchy1"/>
    <dgm:cxn modelId="{53EDDE86-B462-4EC6-AF8E-9000E75CBA5A}" type="presParOf" srcId="{9AB4EA47-FBC8-4D61-94CC-7E19E088BCE5}" destId="{FE9994BB-D3EA-4900-8ADE-12ECA4FD7FF2}" srcOrd="1" destOrd="0" presId="urn:microsoft.com/office/officeart/2005/8/layout/hierarchy1"/>
    <dgm:cxn modelId="{202D1977-589D-4FAA-B37F-784563257ED0}" type="presParOf" srcId="{16EB9145-89B8-4BBF-B2DD-16AE79B7FA66}" destId="{3E2FD1FD-828C-409A-B216-1F702D645BBE}" srcOrd="1" destOrd="0" presId="urn:microsoft.com/office/officeart/2005/8/layout/hierarchy1"/>
    <dgm:cxn modelId="{11AF5DCF-829F-4462-9D66-0F6F233A99F1}" type="presParOf" srcId="{8CA04012-89D2-4BCF-82D7-539889A3FE50}" destId="{C7BA1B23-9507-4AAA-9419-A6B77BEB2492}" srcOrd="12" destOrd="0" presId="urn:microsoft.com/office/officeart/2005/8/layout/hierarchy1"/>
    <dgm:cxn modelId="{956069C0-2C24-436B-848C-52CAA0422626}" type="presParOf" srcId="{8CA04012-89D2-4BCF-82D7-539889A3FE50}" destId="{98A6A3E8-027F-4277-A787-D3EB6C25BEB7}" srcOrd="13" destOrd="0" presId="urn:microsoft.com/office/officeart/2005/8/layout/hierarchy1"/>
    <dgm:cxn modelId="{5E69FF90-05EE-44BA-8DC8-17B7D684B795}" type="presParOf" srcId="{98A6A3E8-027F-4277-A787-D3EB6C25BEB7}" destId="{0A320600-4E86-4206-8EAE-AB6A0C2EDED3}" srcOrd="0" destOrd="0" presId="urn:microsoft.com/office/officeart/2005/8/layout/hierarchy1"/>
    <dgm:cxn modelId="{5C0CC727-B220-40BC-9346-057397B3023C}" type="presParOf" srcId="{0A320600-4E86-4206-8EAE-AB6A0C2EDED3}" destId="{854BA2C7-4D00-4A78-B819-E599FF99FEA8}" srcOrd="0" destOrd="0" presId="urn:microsoft.com/office/officeart/2005/8/layout/hierarchy1"/>
    <dgm:cxn modelId="{E9F0F16E-41C9-42E2-A2E1-63D770854F3C}" type="presParOf" srcId="{0A320600-4E86-4206-8EAE-AB6A0C2EDED3}" destId="{2556CA3D-C248-4AA4-88D0-72FAD721B9F3}" srcOrd="1" destOrd="0" presId="urn:microsoft.com/office/officeart/2005/8/layout/hierarchy1"/>
    <dgm:cxn modelId="{956C5F99-64D4-476C-AE60-54A52F09E351}" type="presParOf" srcId="{98A6A3E8-027F-4277-A787-D3EB6C25BEB7}" destId="{9155DE8A-DCD4-4D39-A354-FEDCD0B1F42D}" srcOrd="1" destOrd="0" presId="urn:microsoft.com/office/officeart/2005/8/layout/hierarchy1"/>
    <dgm:cxn modelId="{AE323ED1-6BF9-4890-B9AF-FFDCAA385A9D}" type="presParOf" srcId="{81EBAE4D-2800-4D70-9ABF-F444D1A87EEE}" destId="{DE769F02-5201-4799-94FF-306430080CCB}" srcOrd="2" destOrd="0" presId="urn:microsoft.com/office/officeart/2005/8/layout/hierarchy1"/>
    <dgm:cxn modelId="{F7C95475-61CA-439C-A28F-4DE897995CA4}" type="presParOf" srcId="{81EBAE4D-2800-4D70-9ABF-F444D1A87EEE}" destId="{3333335C-AD35-476B-8A04-7A784BCA38CD}" srcOrd="3" destOrd="0" presId="urn:microsoft.com/office/officeart/2005/8/layout/hierarchy1"/>
    <dgm:cxn modelId="{BFFB989A-D6DF-402E-BF36-EF234AD3B819}" type="presParOf" srcId="{3333335C-AD35-476B-8A04-7A784BCA38CD}" destId="{1C8F5835-D66C-4A11-BD07-162327CFC653}" srcOrd="0" destOrd="0" presId="urn:microsoft.com/office/officeart/2005/8/layout/hierarchy1"/>
    <dgm:cxn modelId="{B732B7DD-A415-4A2C-B493-D1D99F1D6391}" type="presParOf" srcId="{1C8F5835-D66C-4A11-BD07-162327CFC653}" destId="{73485E32-0AD6-43B8-9D27-9B2CC528FBF9}" srcOrd="0" destOrd="0" presId="urn:microsoft.com/office/officeart/2005/8/layout/hierarchy1"/>
    <dgm:cxn modelId="{706BD4F4-D1A6-4B30-AD64-3E3FCA233DCE}" type="presParOf" srcId="{1C8F5835-D66C-4A11-BD07-162327CFC653}" destId="{0EC0C926-7BD3-409E-9B1B-BB38C266A17D}" srcOrd="1" destOrd="0" presId="urn:microsoft.com/office/officeart/2005/8/layout/hierarchy1"/>
    <dgm:cxn modelId="{5C492EB6-90CE-4976-B728-2AE817125871}" type="presParOf" srcId="{3333335C-AD35-476B-8A04-7A784BCA38CD}" destId="{01287346-1676-459C-AEEE-F21F1B322447}" srcOrd="1" destOrd="0" presId="urn:microsoft.com/office/officeart/2005/8/layout/hierarchy1"/>
    <dgm:cxn modelId="{0A03FCA4-15C0-4B23-9316-6A2B3E8DBB89}" type="presParOf" srcId="{01287346-1676-459C-AEEE-F21F1B322447}" destId="{29F7FC87-1910-45C2-9316-23157872F053}" srcOrd="0" destOrd="0" presId="urn:microsoft.com/office/officeart/2005/8/layout/hierarchy1"/>
    <dgm:cxn modelId="{0FF0C5B5-9592-4129-BDB7-381E5E728DBD}" type="presParOf" srcId="{01287346-1676-459C-AEEE-F21F1B322447}" destId="{5D56528F-3E63-42E2-ADFF-3F86CF0E673D}" srcOrd="1" destOrd="0" presId="urn:microsoft.com/office/officeart/2005/8/layout/hierarchy1"/>
    <dgm:cxn modelId="{404CEF7E-79CF-477A-B009-CB5DD563058F}" type="presParOf" srcId="{5D56528F-3E63-42E2-ADFF-3F86CF0E673D}" destId="{D70B0ED2-379A-493E-85B2-214F89B913EB}" srcOrd="0" destOrd="0" presId="urn:microsoft.com/office/officeart/2005/8/layout/hierarchy1"/>
    <dgm:cxn modelId="{8D5CDB8A-947C-4A54-AB1C-7216215D69FC}" type="presParOf" srcId="{D70B0ED2-379A-493E-85B2-214F89B913EB}" destId="{F378606C-887D-4D15-8AE5-53E31C3BF60E}" srcOrd="0" destOrd="0" presId="urn:microsoft.com/office/officeart/2005/8/layout/hierarchy1"/>
    <dgm:cxn modelId="{CBC16710-C250-4AD5-B77C-9A3F2EC757E8}" type="presParOf" srcId="{D70B0ED2-379A-493E-85B2-214F89B913EB}" destId="{B3C932E0-7176-4FC1-9C4F-91887D136C8C}" srcOrd="1" destOrd="0" presId="urn:microsoft.com/office/officeart/2005/8/layout/hierarchy1"/>
    <dgm:cxn modelId="{3B91D578-28CB-49CD-9D32-9EE476054AD2}" type="presParOf" srcId="{5D56528F-3E63-42E2-ADFF-3F86CF0E673D}" destId="{5D5A5006-7183-4CD7-AB62-896F51A2C2C8}" srcOrd="1" destOrd="0" presId="urn:microsoft.com/office/officeart/2005/8/layout/hierarchy1"/>
    <dgm:cxn modelId="{41DB3726-B752-4E48-967B-01080295F84A}" type="presParOf" srcId="{01287346-1676-459C-AEEE-F21F1B322447}" destId="{7735955A-7678-4BE7-81AF-0BD88CAA260F}" srcOrd="2" destOrd="0" presId="urn:microsoft.com/office/officeart/2005/8/layout/hierarchy1"/>
    <dgm:cxn modelId="{AE1E7DB6-54AC-4543-9310-B5171DF5D781}" type="presParOf" srcId="{01287346-1676-459C-AEEE-F21F1B322447}" destId="{73B17DF2-CF2B-4537-9D66-9884DE904BCE}" srcOrd="3" destOrd="0" presId="urn:microsoft.com/office/officeart/2005/8/layout/hierarchy1"/>
    <dgm:cxn modelId="{B37DC9F4-1111-4397-ABFF-702B295D08F1}" type="presParOf" srcId="{73B17DF2-CF2B-4537-9D66-9884DE904BCE}" destId="{F90B699C-9385-4AF0-8A96-52EBEAB64EE5}" srcOrd="0" destOrd="0" presId="urn:microsoft.com/office/officeart/2005/8/layout/hierarchy1"/>
    <dgm:cxn modelId="{6587EE9F-22BB-427F-8B1B-AC71F38FE9B8}" type="presParOf" srcId="{F90B699C-9385-4AF0-8A96-52EBEAB64EE5}" destId="{F1AF4450-338E-4C93-9FDE-D1509D4AC47B}" srcOrd="0" destOrd="0" presId="urn:microsoft.com/office/officeart/2005/8/layout/hierarchy1"/>
    <dgm:cxn modelId="{A5DDA764-F62A-490D-8CCA-85C17D175441}" type="presParOf" srcId="{F90B699C-9385-4AF0-8A96-52EBEAB64EE5}" destId="{95186209-C2DF-46E9-9315-8E60C2171D2D}" srcOrd="1" destOrd="0" presId="urn:microsoft.com/office/officeart/2005/8/layout/hierarchy1"/>
    <dgm:cxn modelId="{DF4641B0-8A5D-43AD-BFC0-4FD234620035}" type="presParOf" srcId="{73B17DF2-CF2B-4537-9D66-9884DE904BCE}" destId="{FF817D11-9E2A-472E-A598-43747B4913E4}" srcOrd="1" destOrd="0" presId="urn:microsoft.com/office/officeart/2005/8/layout/hierarchy1"/>
    <dgm:cxn modelId="{CFB23C87-7C98-4C89-80EE-BD149D1EDF5B}" type="presParOf" srcId="{FF817D11-9E2A-472E-A598-43747B4913E4}" destId="{017E532E-1CF8-43B9-A6F6-DE5F454119B3}" srcOrd="0" destOrd="0" presId="urn:microsoft.com/office/officeart/2005/8/layout/hierarchy1"/>
    <dgm:cxn modelId="{A8D89499-8B13-43FB-8ED2-C164FE33C168}" type="presParOf" srcId="{FF817D11-9E2A-472E-A598-43747B4913E4}" destId="{E6D7A56F-1AA6-48DE-87EA-E799F76423C3}" srcOrd="1" destOrd="0" presId="urn:microsoft.com/office/officeart/2005/8/layout/hierarchy1"/>
    <dgm:cxn modelId="{DC84C4DB-338F-43DB-87D7-86CD0B32C771}" type="presParOf" srcId="{E6D7A56F-1AA6-48DE-87EA-E799F76423C3}" destId="{0582E2BF-52D7-4D17-ADFF-E025217E8CA3}" srcOrd="0" destOrd="0" presId="urn:microsoft.com/office/officeart/2005/8/layout/hierarchy1"/>
    <dgm:cxn modelId="{D9C03A3A-2234-4707-96CD-5056971AF6C1}" type="presParOf" srcId="{0582E2BF-52D7-4D17-ADFF-E025217E8CA3}" destId="{E2EB9574-5A03-4B9B-9AE5-86E6FBB0E21B}" srcOrd="0" destOrd="0" presId="urn:microsoft.com/office/officeart/2005/8/layout/hierarchy1"/>
    <dgm:cxn modelId="{65C02E3C-347D-4B40-BF52-F8EFE1D7421D}" type="presParOf" srcId="{0582E2BF-52D7-4D17-ADFF-E025217E8CA3}" destId="{06686897-A3F1-4C8D-B2D3-1D0D188D3BA1}" srcOrd="1" destOrd="0" presId="urn:microsoft.com/office/officeart/2005/8/layout/hierarchy1"/>
    <dgm:cxn modelId="{DFF43A64-AE2B-47A7-85C4-130E5745B984}" type="presParOf" srcId="{E6D7A56F-1AA6-48DE-87EA-E799F76423C3}" destId="{94A95E4F-7662-4310-9709-25BB636DC747}" srcOrd="1" destOrd="0" presId="urn:microsoft.com/office/officeart/2005/8/layout/hierarchy1"/>
    <dgm:cxn modelId="{6F13F185-3DDF-4D24-AF12-F0B217614CB0}" type="presParOf" srcId="{2A5BCA42-F8B3-4A89-8D13-7F3284827397}" destId="{6CAE3034-A7E6-4714-B502-5CAD3F083221}" srcOrd="2" destOrd="0" presId="urn:microsoft.com/office/officeart/2005/8/layout/hierarchy1"/>
    <dgm:cxn modelId="{E8CB1096-1F14-4BD5-877A-9D6C2D52D8B9}" type="presParOf" srcId="{2A5BCA42-F8B3-4A89-8D13-7F3284827397}" destId="{5963188B-D481-4D07-919C-1FCF9ED34A44}" srcOrd="3" destOrd="0" presId="urn:microsoft.com/office/officeart/2005/8/layout/hierarchy1"/>
    <dgm:cxn modelId="{26FAD505-5D51-42B8-8D30-1315F1BDD66E}" type="presParOf" srcId="{5963188B-D481-4D07-919C-1FCF9ED34A44}" destId="{063D26D2-F048-4C5F-AF7B-4981B6BECB6E}" srcOrd="0" destOrd="0" presId="urn:microsoft.com/office/officeart/2005/8/layout/hierarchy1"/>
    <dgm:cxn modelId="{46B51261-8FC6-44CC-A6B9-88529DFDE9D6}" type="presParOf" srcId="{063D26D2-F048-4C5F-AF7B-4981B6BECB6E}" destId="{340800A0-9F45-4912-8BC1-3ADECEC8BC68}" srcOrd="0" destOrd="0" presId="urn:microsoft.com/office/officeart/2005/8/layout/hierarchy1"/>
    <dgm:cxn modelId="{ABBC06BF-C7D1-43C5-A3EF-059BA36D5CC4}" type="presParOf" srcId="{063D26D2-F048-4C5F-AF7B-4981B6BECB6E}" destId="{DEBA35AB-9628-4B36-8350-4C9D6EAA89EC}" srcOrd="1" destOrd="0" presId="urn:microsoft.com/office/officeart/2005/8/layout/hierarchy1"/>
    <dgm:cxn modelId="{D31B836C-4D97-4CFC-827D-D87F44E0913A}" type="presParOf" srcId="{5963188B-D481-4D07-919C-1FCF9ED34A44}" destId="{51F7453E-534B-4A9F-A2AD-EA6CE2ABC1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EE6FB-9CC8-4F6E-9446-F82EC9E36899}">
      <dsp:nvSpPr>
        <dsp:cNvPr id="0" name=""/>
        <dsp:cNvSpPr/>
      </dsp:nvSpPr>
      <dsp:spPr>
        <a:xfrm>
          <a:off x="1850438" y="333554"/>
          <a:ext cx="4801807" cy="4801807"/>
        </a:xfrm>
        <a:prstGeom prst="pie">
          <a:avLst>
            <a:gd name="adj1" fmla="val 16200000"/>
            <a:gd name="adj2" fmla="val 1980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need for a culturally-adapted, Arabic-native learning platform</a:t>
          </a:r>
          <a:endParaRPr lang="ar-AE" sz="1400" kern="1200" dirty="0"/>
        </a:p>
      </dsp:txBody>
      <dsp:txXfrm>
        <a:off x="4302790" y="848033"/>
        <a:ext cx="1400527" cy="1028958"/>
      </dsp:txXfrm>
    </dsp:sp>
    <dsp:sp modelId="{B65ECF67-3A0C-452E-9B0C-B480044B682A}">
      <dsp:nvSpPr>
        <dsp:cNvPr id="0" name=""/>
        <dsp:cNvSpPr/>
      </dsp:nvSpPr>
      <dsp:spPr>
        <a:xfrm>
          <a:off x="1707527" y="581075"/>
          <a:ext cx="4801807" cy="4801807"/>
        </a:xfrm>
        <a:prstGeom prst="pie">
          <a:avLst>
            <a:gd name="adj1" fmla="val 19800000"/>
            <a:gd name="adj2" fmla="val 1800000"/>
          </a:avLst>
        </a:prstGeom>
        <a:gradFill rotWithShape="0">
          <a:gsLst>
            <a:gs pos="0">
              <a:schemeClr val="accent4">
                <a:hueOff val="1960178"/>
                <a:satOff val="-8155"/>
                <a:lumOff val="1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1960178"/>
                <a:satOff val="-8155"/>
                <a:lumOff val="1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1960178"/>
                <a:satOff val="-8155"/>
                <a:lumOff val="1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Django framework</a:t>
          </a:r>
          <a:r>
            <a:rPr lang="en-US" sz="1400" b="0" i="0" kern="1200" dirty="0"/>
            <a:t> and </a:t>
          </a:r>
          <a:r>
            <a:rPr lang="en-US" sz="1400" b="1" i="0" kern="1200" dirty="0"/>
            <a:t>Bootstrap 5</a:t>
          </a:r>
          <a:endParaRPr lang="ar-AE" sz="1400" kern="1200" dirty="0"/>
        </a:p>
      </dsp:txBody>
      <dsp:txXfrm>
        <a:off x="4994479" y="2496082"/>
        <a:ext cx="1451975" cy="971794"/>
      </dsp:txXfrm>
    </dsp:sp>
    <dsp:sp modelId="{9EDA96E4-B672-4C76-984D-62FED486A4F9}">
      <dsp:nvSpPr>
        <dsp:cNvPr id="0" name=""/>
        <dsp:cNvSpPr/>
      </dsp:nvSpPr>
      <dsp:spPr>
        <a:xfrm>
          <a:off x="1707527" y="581075"/>
          <a:ext cx="4801807" cy="4801807"/>
        </a:xfrm>
        <a:prstGeom prst="pie">
          <a:avLst>
            <a:gd name="adj1" fmla="val 1800000"/>
            <a:gd name="adj2" fmla="val 5400000"/>
          </a:avLst>
        </a:prstGeom>
        <a:gradFill rotWithShape="0">
          <a:gsLst>
            <a:gs pos="0">
              <a:schemeClr val="accent4">
                <a:hueOff val="3920356"/>
                <a:satOff val="-16311"/>
                <a:lumOff val="384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3920356"/>
                <a:satOff val="-16311"/>
                <a:lumOff val="384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3920356"/>
                <a:satOff val="-16311"/>
                <a:lumOff val="384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93.3% test pass rate, 1.2 seconds average response time</a:t>
          </a:r>
          <a:endParaRPr lang="ar-AE" sz="1400" kern="1200" dirty="0"/>
        </a:p>
      </dsp:txBody>
      <dsp:txXfrm>
        <a:off x="4159879" y="3839445"/>
        <a:ext cx="1400527" cy="1028958"/>
      </dsp:txXfrm>
    </dsp:sp>
    <dsp:sp modelId="{C9C09347-532A-4305-A616-91CBBBD4535C}">
      <dsp:nvSpPr>
        <dsp:cNvPr id="0" name=""/>
        <dsp:cNvSpPr/>
      </dsp:nvSpPr>
      <dsp:spPr>
        <a:xfrm>
          <a:off x="1707527" y="581075"/>
          <a:ext cx="4801807" cy="4801807"/>
        </a:xfrm>
        <a:prstGeom prst="pie">
          <a:avLst>
            <a:gd name="adj1" fmla="val 5400000"/>
            <a:gd name="adj2" fmla="val 9000000"/>
          </a:avLst>
        </a:prstGeom>
        <a:gradFill rotWithShape="0">
          <a:gsLst>
            <a:gs pos="0">
              <a:schemeClr val="accent4">
                <a:hueOff val="5880535"/>
                <a:satOff val="-24466"/>
                <a:lumOff val="5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5880535"/>
                <a:satOff val="-24466"/>
                <a:lumOff val="5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5880535"/>
                <a:satOff val="-24466"/>
                <a:lumOff val="5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Native Arabic interface design,</a:t>
          </a:r>
          <a:endParaRPr lang="en-US" sz="1400" kern="1200" dirty="0">
            <a:effectLst/>
            <a:latin typeface="Times New Roman" panose="02020603050405020304" pitchFamily="18" charset="0"/>
            <a:ea typeface="Arial" panose="020B0604020202020204" pitchFamily="34" charset="0"/>
          </a:endParaRPr>
        </a:p>
      </dsp:txBody>
      <dsp:txXfrm>
        <a:off x="2656456" y="3839445"/>
        <a:ext cx="1400527" cy="1028958"/>
      </dsp:txXfrm>
    </dsp:sp>
    <dsp:sp modelId="{802A3B64-9ED4-4AA2-9140-A4BFCC70AF88}">
      <dsp:nvSpPr>
        <dsp:cNvPr id="0" name=""/>
        <dsp:cNvSpPr/>
      </dsp:nvSpPr>
      <dsp:spPr>
        <a:xfrm>
          <a:off x="1707527" y="581075"/>
          <a:ext cx="4801807" cy="4801807"/>
        </a:xfrm>
        <a:prstGeom prst="pie">
          <a:avLst>
            <a:gd name="adj1" fmla="val 9000000"/>
            <a:gd name="adj2" fmla="val 12600000"/>
          </a:avLst>
        </a:prstGeom>
        <a:gradFill rotWithShape="0">
          <a:gsLst>
            <a:gs pos="0">
              <a:schemeClr val="accent4">
                <a:hueOff val="7840713"/>
                <a:satOff val="-32622"/>
                <a:lumOff val="768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7840713"/>
                <a:satOff val="-32622"/>
                <a:lumOff val="768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7840713"/>
                <a:satOff val="-32622"/>
                <a:lumOff val="768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role-based access control</a:t>
          </a:r>
          <a:endParaRPr lang="en-US" sz="1400" kern="1200" dirty="0">
            <a:effectLst/>
            <a:latin typeface="Times New Roman" panose="02020603050405020304" pitchFamily="18" charset="0"/>
            <a:ea typeface="Arial" panose="020B0604020202020204" pitchFamily="34" charset="0"/>
          </a:endParaRPr>
        </a:p>
      </dsp:txBody>
      <dsp:txXfrm>
        <a:off x="1781841" y="2496082"/>
        <a:ext cx="1451975" cy="971794"/>
      </dsp:txXfrm>
    </dsp:sp>
    <dsp:sp modelId="{BECC10A6-E4E8-4B54-8979-7B2C0C98B3FF}">
      <dsp:nvSpPr>
        <dsp:cNvPr id="0" name=""/>
        <dsp:cNvSpPr/>
      </dsp:nvSpPr>
      <dsp:spPr>
        <a:xfrm>
          <a:off x="1707527" y="581075"/>
          <a:ext cx="4801807" cy="4801807"/>
        </a:xfrm>
        <a:prstGeom prst="pie">
          <a:avLst>
            <a:gd name="adj1" fmla="val 12600000"/>
            <a:gd name="adj2" fmla="val 1620000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integrated certificate workflow</a:t>
          </a:r>
          <a:endParaRPr lang="en-US" sz="1400" kern="1200" dirty="0">
            <a:effectLst/>
            <a:latin typeface="Times New Roman" panose="02020603050405020304" pitchFamily="18" charset="0"/>
            <a:ea typeface="Arial" panose="020B0604020202020204" pitchFamily="34" charset="0"/>
          </a:endParaRPr>
        </a:p>
      </dsp:txBody>
      <dsp:txXfrm>
        <a:off x="2656456" y="1095555"/>
        <a:ext cx="1400527" cy="1028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3A87E-65F1-45F5-A94A-C98F0CD2219D}">
      <dsp:nvSpPr>
        <dsp:cNvPr id="0" name=""/>
        <dsp:cNvSpPr/>
      </dsp:nvSpPr>
      <dsp:spPr>
        <a:xfrm>
          <a:off x="1079281" y="426112"/>
          <a:ext cx="2848564" cy="2848564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39283E7-E92A-422A-8DAC-FB5FBF4C3A47}">
      <dsp:nvSpPr>
        <dsp:cNvPr id="0" name=""/>
        <dsp:cNvSpPr/>
      </dsp:nvSpPr>
      <dsp:spPr>
        <a:xfrm>
          <a:off x="1079281" y="426112"/>
          <a:ext cx="2848564" cy="2848564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BF74BA8-78B8-4F79-99AE-C2A442144A8F}">
      <dsp:nvSpPr>
        <dsp:cNvPr id="0" name=""/>
        <dsp:cNvSpPr/>
      </dsp:nvSpPr>
      <dsp:spPr>
        <a:xfrm>
          <a:off x="1079281" y="426112"/>
          <a:ext cx="2848564" cy="2848564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F5FF72B-7C06-4AC9-95F7-1DA24CF18BDF}">
      <dsp:nvSpPr>
        <dsp:cNvPr id="0" name=""/>
        <dsp:cNvSpPr/>
      </dsp:nvSpPr>
      <dsp:spPr>
        <a:xfrm>
          <a:off x="1848333" y="1195165"/>
          <a:ext cx="1310459" cy="13104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Scope</a:t>
          </a:r>
          <a:endParaRPr lang="ar-AE" sz="2700" kern="1200" dirty="0"/>
        </a:p>
      </dsp:txBody>
      <dsp:txXfrm>
        <a:off x="2040245" y="1387077"/>
        <a:ext cx="926635" cy="926635"/>
      </dsp:txXfrm>
    </dsp:sp>
    <dsp:sp modelId="{4EA4FE8F-DBD9-4873-B46F-A7054B1DCFDD}">
      <dsp:nvSpPr>
        <dsp:cNvPr id="0" name=""/>
        <dsp:cNvSpPr/>
      </dsp:nvSpPr>
      <dsp:spPr>
        <a:xfrm>
          <a:off x="2044902" y="475"/>
          <a:ext cx="917321" cy="91732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Web-based Platform</a:t>
          </a:r>
          <a:endParaRPr lang="ar-AE" sz="1300" kern="1200" dirty="0"/>
        </a:p>
      </dsp:txBody>
      <dsp:txXfrm>
        <a:off x="2179241" y="134814"/>
        <a:ext cx="648643" cy="648643"/>
      </dsp:txXfrm>
    </dsp:sp>
    <dsp:sp modelId="{D68A55BE-844C-41D5-A65A-DA5D824259BC}">
      <dsp:nvSpPr>
        <dsp:cNvPr id="0" name=""/>
        <dsp:cNvSpPr/>
      </dsp:nvSpPr>
      <dsp:spPr>
        <a:xfrm>
          <a:off x="3249768" y="2087363"/>
          <a:ext cx="917321" cy="91732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Three user Roles</a:t>
          </a:r>
          <a:endParaRPr lang="ar-AE" sz="1300" kern="1200" dirty="0"/>
        </a:p>
      </dsp:txBody>
      <dsp:txXfrm>
        <a:off x="3384107" y="2221702"/>
        <a:ext cx="648643" cy="648643"/>
      </dsp:txXfrm>
    </dsp:sp>
    <dsp:sp modelId="{308FB230-F46E-43BC-A484-786ADA322C85}">
      <dsp:nvSpPr>
        <dsp:cNvPr id="0" name=""/>
        <dsp:cNvSpPr/>
      </dsp:nvSpPr>
      <dsp:spPr>
        <a:xfrm>
          <a:off x="840037" y="2087363"/>
          <a:ext cx="917321" cy="91732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Core Modules</a:t>
          </a:r>
          <a:endParaRPr lang="ar-AE" sz="1300" kern="1200" dirty="0"/>
        </a:p>
      </dsp:txBody>
      <dsp:txXfrm>
        <a:off x="974376" y="2221702"/>
        <a:ext cx="648643" cy="6486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3A87E-65F1-45F5-A94A-C98F0CD2219D}">
      <dsp:nvSpPr>
        <dsp:cNvPr id="0" name=""/>
        <dsp:cNvSpPr/>
      </dsp:nvSpPr>
      <dsp:spPr>
        <a:xfrm>
          <a:off x="1079281" y="426112"/>
          <a:ext cx="2848564" cy="2848564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39283E7-E92A-422A-8DAC-FB5FBF4C3A47}">
      <dsp:nvSpPr>
        <dsp:cNvPr id="0" name=""/>
        <dsp:cNvSpPr/>
      </dsp:nvSpPr>
      <dsp:spPr>
        <a:xfrm>
          <a:off x="1079281" y="426112"/>
          <a:ext cx="2848564" cy="2848564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BF74BA8-78B8-4F79-99AE-C2A442144A8F}">
      <dsp:nvSpPr>
        <dsp:cNvPr id="0" name=""/>
        <dsp:cNvSpPr/>
      </dsp:nvSpPr>
      <dsp:spPr>
        <a:xfrm>
          <a:off x="1079281" y="426112"/>
          <a:ext cx="2848564" cy="2848564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F5FF72B-7C06-4AC9-95F7-1DA24CF18BDF}">
      <dsp:nvSpPr>
        <dsp:cNvPr id="0" name=""/>
        <dsp:cNvSpPr/>
      </dsp:nvSpPr>
      <dsp:spPr>
        <a:xfrm>
          <a:off x="1848333" y="1195165"/>
          <a:ext cx="1310459" cy="13104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Constraints</a:t>
          </a:r>
          <a:endParaRPr lang="ar-AE" sz="1500" kern="1200" dirty="0"/>
        </a:p>
      </dsp:txBody>
      <dsp:txXfrm>
        <a:off x="2040245" y="1387077"/>
        <a:ext cx="926635" cy="926635"/>
      </dsp:txXfrm>
    </dsp:sp>
    <dsp:sp modelId="{4EA4FE8F-DBD9-4873-B46F-A7054B1DCFDD}">
      <dsp:nvSpPr>
        <dsp:cNvPr id="0" name=""/>
        <dsp:cNvSpPr/>
      </dsp:nvSpPr>
      <dsp:spPr>
        <a:xfrm>
          <a:off x="2044902" y="475"/>
          <a:ext cx="917321" cy="91732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SQLite Database</a:t>
          </a:r>
          <a:endParaRPr lang="ar-AE" sz="1200" kern="1200" dirty="0"/>
        </a:p>
      </dsp:txBody>
      <dsp:txXfrm>
        <a:off x="2179241" y="134814"/>
        <a:ext cx="648643" cy="648643"/>
      </dsp:txXfrm>
    </dsp:sp>
    <dsp:sp modelId="{D68A55BE-844C-41D5-A65A-DA5D824259BC}">
      <dsp:nvSpPr>
        <dsp:cNvPr id="0" name=""/>
        <dsp:cNvSpPr/>
      </dsp:nvSpPr>
      <dsp:spPr>
        <a:xfrm>
          <a:off x="3249768" y="2087363"/>
          <a:ext cx="917321" cy="917321"/>
        </a:xfrm>
        <a:prstGeom prst="ellipse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Limited time</a:t>
          </a:r>
          <a:endParaRPr lang="ar-AE" sz="1200" kern="1200" dirty="0"/>
        </a:p>
      </dsp:txBody>
      <dsp:txXfrm>
        <a:off x="3384107" y="2221702"/>
        <a:ext cx="648643" cy="648643"/>
      </dsp:txXfrm>
    </dsp:sp>
    <dsp:sp modelId="{308FB230-F46E-43BC-A484-786ADA322C85}">
      <dsp:nvSpPr>
        <dsp:cNvPr id="0" name=""/>
        <dsp:cNvSpPr/>
      </dsp:nvSpPr>
      <dsp:spPr>
        <a:xfrm>
          <a:off x="840037" y="2087363"/>
          <a:ext cx="917321" cy="917321"/>
        </a:xfrm>
        <a:prstGeom prst="ellips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Open-source</a:t>
          </a:r>
          <a:endParaRPr lang="ar-AE" sz="1200" kern="1200" dirty="0"/>
        </a:p>
      </dsp:txBody>
      <dsp:txXfrm>
        <a:off x="974376" y="2221702"/>
        <a:ext cx="648643" cy="6486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3A87E-65F1-45F5-A94A-C98F0CD2219D}">
      <dsp:nvSpPr>
        <dsp:cNvPr id="0" name=""/>
        <dsp:cNvSpPr/>
      </dsp:nvSpPr>
      <dsp:spPr>
        <a:xfrm>
          <a:off x="1169859" y="399439"/>
          <a:ext cx="2667407" cy="2667407"/>
        </a:xfrm>
        <a:prstGeom prst="blockArc">
          <a:avLst>
            <a:gd name="adj1" fmla="val 9000000"/>
            <a:gd name="adj2" fmla="val 16200000"/>
            <a:gd name="adj3" fmla="val 4638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39283E7-E92A-422A-8DAC-FB5FBF4C3A47}">
      <dsp:nvSpPr>
        <dsp:cNvPr id="0" name=""/>
        <dsp:cNvSpPr/>
      </dsp:nvSpPr>
      <dsp:spPr>
        <a:xfrm>
          <a:off x="1169859" y="399439"/>
          <a:ext cx="2667407" cy="2667407"/>
        </a:xfrm>
        <a:prstGeom prst="blockArc">
          <a:avLst>
            <a:gd name="adj1" fmla="val 1800000"/>
            <a:gd name="adj2" fmla="val 9000000"/>
            <a:gd name="adj3" fmla="val 4638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BF74BA8-78B8-4F79-99AE-C2A442144A8F}">
      <dsp:nvSpPr>
        <dsp:cNvPr id="0" name=""/>
        <dsp:cNvSpPr/>
      </dsp:nvSpPr>
      <dsp:spPr>
        <a:xfrm>
          <a:off x="1169859" y="399439"/>
          <a:ext cx="2667407" cy="2667407"/>
        </a:xfrm>
        <a:prstGeom prst="blockArc">
          <a:avLst>
            <a:gd name="adj1" fmla="val 16200000"/>
            <a:gd name="adj2" fmla="val 1800000"/>
            <a:gd name="adj3" fmla="val 4638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F5FF72B-7C06-4AC9-95F7-1DA24CF18BDF}">
      <dsp:nvSpPr>
        <dsp:cNvPr id="0" name=""/>
        <dsp:cNvSpPr/>
      </dsp:nvSpPr>
      <dsp:spPr>
        <a:xfrm>
          <a:off x="1889897" y="1119476"/>
          <a:ext cx="1227332" cy="122733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Assumptions</a:t>
          </a:r>
          <a:endParaRPr lang="ar-AE" sz="1200" kern="1200" dirty="0"/>
        </a:p>
      </dsp:txBody>
      <dsp:txXfrm>
        <a:off x="2069636" y="1299215"/>
        <a:ext cx="867854" cy="867854"/>
      </dsp:txXfrm>
    </dsp:sp>
    <dsp:sp modelId="{4EA4FE8F-DBD9-4873-B46F-A7054B1DCFDD}">
      <dsp:nvSpPr>
        <dsp:cNvPr id="0" name=""/>
        <dsp:cNvSpPr/>
      </dsp:nvSpPr>
      <dsp:spPr>
        <a:xfrm>
          <a:off x="2073996" y="801"/>
          <a:ext cx="859133" cy="85913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Internet Connection</a:t>
          </a:r>
          <a:endParaRPr lang="ar-AE" sz="900" kern="1200" dirty="0"/>
        </a:p>
      </dsp:txBody>
      <dsp:txXfrm>
        <a:off x="2199813" y="126618"/>
        <a:ext cx="607499" cy="607499"/>
      </dsp:txXfrm>
    </dsp:sp>
    <dsp:sp modelId="{D68A55BE-844C-41D5-A65A-DA5D824259BC}">
      <dsp:nvSpPr>
        <dsp:cNvPr id="0" name=""/>
        <dsp:cNvSpPr/>
      </dsp:nvSpPr>
      <dsp:spPr>
        <a:xfrm>
          <a:off x="3202233" y="1954964"/>
          <a:ext cx="859133" cy="859133"/>
        </a:xfrm>
        <a:prstGeom prst="ellipse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dirty="0"/>
            <a:t>basic computer literacy</a:t>
          </a:r>
          <a:endParaRPr lang="ar-AE" sz="900" kern="1200" dirty="0"/>
        </a:p>
      </dsp:txBody>
      <dsp:txXfrm>
        <a:off x="3328050" y="2080781"/>
        <a:ext cx="607499" cy="607499"/>
      </dsp:txXfrm>
    </dsp:sp>
    <dsp:sp modelId="{308FB230-F46E-43BC-A484-786ADA322C85}">
      <dsp:nvSpPr>
        <dsp:cNvPr id="0" name=""/>
        <dsp:cNvSpPr/>
      </dsp:nvSpPr>
      <dsp:spPr>
        <a:xfrm>
          <a:off x="945760" y="1954964"/>
          <a:ext cx="859133" cy="859133"/>
        </a:xfrm>
        <a:prstGeom prst="ellipse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i="0" kern="1200" dirty="0"/>
            <a:t>local deployment</a:t>
          </a:r>
          <a:endParaRPr lang="ar-AE" sz="900" kern="1200" dirty="0"/>
        </a:p>
      </dsp:txBody>
      <dsp:txXfrm>
        <a:off x="1071577" y="2080781"/>
        <a:ext cx="607499" cy="6074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DBC73-F5F4-4276-A5C2-0F543557A553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2600000"/>
            <a:gd name="adj2" fmla="val 16200000"/>
            <a:gd name="adj3" fmla="val 450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7F6D1F3-7F9E-4E9A-B11C-0D084C447CEA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9000000"/>
            <a:gd name="adj2" fmla="val 12600000"/>
            <a:gd name="adj3" fmla="val 4502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C1167CC-0CC7-4DFB-9441-5AFC9186A1C5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5400000"/>
            <a:gd name="adj2" fmla="val 9000000"/>
            <a:gd name="adj3" fmla="val 450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EC0535F-8616-40F2-B1EB-033A93565D85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800000"/>
            <a:gd name="adj2" fmla="val 5400000"/>
            <a:gd name="adj3" fmla="val 450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47920A-2102-47BD-82E8-D476D26F0AF5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9800000"/>
            <a:gd name="adj2" fmla="val 1800000"/>
            <a:gd name="adj3" fmla="val 450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6122F-CC13-4A0E-907D-A49086E32904}">
      <dsp:nvSpPr>
        <dsp:cNvPr id="0" name=""/>
        <dsp:cNvSpPr/>
      </dsp:nvSpPr>
      <dsp:spPr>
        <a:xfrm>
          <a:off x="368389" y="492278"/>
          <a:ext cx="3382125" cy="3382125"/>
        </a:xfrm>
        <a:prstGeom prst="blockArc">
          <a:avLst>
            <a:gd name="adj1" fmla="val 16200000"/>
            <a:gd name="adj2" fmla="val 19800000"/>
            <a:gd name="adj3" fmla="val 450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DBAD7B-5A00-4AEE-B35E-29DF4145648F}">
      <dsp:nvSpPr>
        <dsp:cNvPr id="0" name=""/>
        <dsp:cNvSpPr/>
      </dsp:nvSpPr>
      <dsp:spPr>
        <a:xfrm>
          <a:off x="1304252" y="1428141"/>
          <a:ext cx="1510399" cy="15103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ADMIN</a:t>
          </a:r>
          <a:endParaRPr lang="ar-AE" sz="2600" kern="1200" dirty="0"/>
        </a:p>
      </dsp:txBody>
      <dsp:txXfrm>
        <a:off x="1525445" y="1649334"/>
        <a:ext cx="1068013" cy="1068013"/>
      </dsp:txXfrm>
    </dsp:sp>
    <dsp:sp modelId="{5FD2BE43-9E27-49B6-A06D-FE520E72C5FD}">
      <dsp:nvSpPr>
        <dsp:cNvPr id="0" name=""/>
        <dsp:cNvSpPr/>
      </dsp:nvSpPr>
      <dsp:spPr>
        <a:xfrm>
          <a:off x="1530812" y="1701"/>
          <a:ext cx="1057279" cy="105727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Users</a:t>
          </a:r>
          <a:endParaRPr lang="ar-AE" sz="1300" kern="1200" dirty="0"/>
        </a:p>
      </dsp:txBody>
      <dsp:txXfrm>
        <a:off x="1685647" y="156536"/>
        <a:ext cx="747609" cy="747609"/>
      </dsp:txXfrm>
    </dsp:sp>
    <dsp:sp modelId="{1BA3BEAF-1546-4977-938A-A81807F1CC17}">
      <dsp:nvSpPr>
        <dsp:cNvPr id="0" name=""/>
        <dsp:cNvSpPr/>
      </dsp:nvSpPr>
      <dsp:spPr>
        <a:xfrm>
          <a:off x="2962353" y="828201"/>
          <a:ext cx="1057279" cy="105727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system Settings</a:t>
          </a:r>
          <a:endParaRPr lang="ar-AE" sz="1300" kern="1200" dirty="0"/>
        </a:p>
      </dsp:txBody>
      <dsp:txXfrm>
        <a:off x="3117188" y="983036"/>
        <a:ext cx="747609" cy="747609"/>
      </dsp:txXfrm>
    </dsp:sp>
    <dsp:sp modelId="{B24DD2BC-625A-4538-B0B1-A1A435D607AD}">
      <dsp:nvSpPr>
        <dsp:cNvPr id="0" name=""/>
        <dsp:cNvSpPr/>
      </dsp:nvSpPr>
      <dsp:spPr>
        <a:xfrm>
          <a:off x="2962353" y="2481202"/>
          <a:ext cx="1057279" cy="105727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Payment Methods</a:t>
          </a:r>
          <a:endParaRPr lang="ar-AE" sz="1300" kern="1200" dirty="0"/>
        </a:p>
      </dsp:txBody>
      <dsp:txXfrm>
        <a:off x="3117188" y="2636037"/>
        <a:ext cx="747609" cy="747609"/>
      </dsp:txXfrm>
    </dsp:sp>
    <dsp:sp modelId="{4ED98508-54AE-44ED-8FA2-D0AAACD16BC4}">
      <dsp:nvSpPr>
        <dsp:cNvPr id="0" name=""/>
        <dsp:cNvSpPr/>
      </dsp:nvSpPr>
      <dsp:spPr>
        <a:xfrm>
          <a:off x="1530812" y="3307702"/>
          <a:ext cx="1057279" cy="105727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 Categories</a:t>
          </a:r>
          <a:endParaRPr lang="ar-AE" sz="1300" kern="1200" dirty="0"/>
        </a:p>
      </dsp:txBody>
      <dsp:txXfrm>
        <a:off x="1685647" y="3462537"/>
        <a:ext cx="747609" cy="747609"/>
      </dsp:txXfrm>
    </dsp:sp>
    <dsp:sp modelId="{7AE78FE2-D33B-4455-B4E0-6DC05F250BC6}">
      <dsp:nvSpPr>
        <dsp:cNvPr id="0" name=""/>
        <dsp:cNvSpPr/>
      </dsp:nvSpPr>
      <dsp:spPr>
        <a:xfrm>
          <a:off x="99272" y="2481202"/>
          <a:ext cx="1057279" cy="1057279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Export Reports</a:t>
          </a:r>
          <a:endParaRPr lang="ar-AE" sz="1300" kern="1200" dirty="0"/>
        </a:p>
      </dsp:txBody>
      <dsp:txXfrm>
        <a:off x="254107" y="2636037"/>
        <a:ext cx="747609" cy="747609"/>
      </dsp:txXfrm>
    </dsp:sp>
    <dsp:sp modelId="{545E5462-EF25-4D2F-A567-D4EF4ACB713B}">
      <dsp:nvSpPr>
        <dsp:cNvPr id="0" name=""/>
        <dsp:cNvSpPr/>
      </dsp:nvSpPr>
      <dsp:spPr>
        <a:xfrm>
          <a:off x="99272" y="828201"/>
          <a:ext cx="1057279" cy="105727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View Statistics</a:t>
          </a:r>
          <a:endParaRPr lang="ar-AE" sz="1300" kern="1200" dirty="0"/>
        </a:p>
      </dsp:txBody>
      <dsp:txXfrm>
        <a:off x="254107" y="983036"/>
        <a:ext cx="747609" cy="7476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0535F-8616-40F2-B1EB-033A93565D85}">
      <dsp:nvSpPr>
        <dsp:cNvPr id="0" name=""/>
        <dsp:cNvSpPr/>
      </dsp:nvSpPr>
      <dsp:spPr>
        <a:xfrm>
          <a:off x="297276" y="572219"/>
          <a:ext cx="3524352" cy="3524352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47920A-2102-47BD-82E8-D476D26F0AF5}">
      <dsp:nvSpPr>
        <dsp:cNvPr id="0" name=""/>
        <dsp:cNvSpPr/>
      </dsp:nvSpPr>
      <dsp:spPr>
        <a:xfrm>
          <a:off x="297276" y="572219"/>
          <a:ext cx="3524352" cy="3524352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6122F-CC13-4A0E-907D-A49086E32904}">
      <dsp:nvSpPr>
        <dsp:cNvPr id="0" name=""/>
        <dsp:cNvSpPr/>
      </dsp:nvSpPr>
      <dsp:spPr>
        <a:xfrm>
          <a:off x="297276" y="572219"/>
          <a:ext cx="3524352" cy="3524352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DBAD7B-5A00-4AEE-B35E-29DF4145648F}">
      <dsp:nvSpPr>
        <dsp:cNvPr id="0" name=""/>
        <dsp:cNvSpPr/>
      </dsp:nvSpPr>
      <dsp:spPr>
        <a:xfrm>
          <a:off x="1248945" y="1523888"/>
          <a:ext cx="1621014" cy="162101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STUDENT</a:t>
          </a:r>
          <a:endParaRPr lang="ar-AE" sz="2200" kern="1200" dirty="0"/>
        </a:p>
      </dsp:txBody>
      <dsp:txXfrm>
        <a:off x="1486337" y="1761280"/>
        <a:ext cx="1146230" cy="1146230"/>
      </dsp:txXfrm>
    </dsp:sp>
    <dsp:sp modelId="{5FD2BE43-9E27-49B6-A06D-FE520E72C5FD}">
      <dsp:nvSpPr>
        <dsp:cNvPr id="0" name=""/>
        <dsp:cNvSpPr/>
      </dsp:nvSpPr>
      <dsp:spPr>
        <a:xfrm>
          <a:off x="1492097" y="45714"/>
          <a:ext cx="1134710" cy="11347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Registrations</a:t>
          </a:r>
          <a:endParaRPr lang="ar-AE" sz="1100" kern="1200" dirty="0"/>
        </a:p>
      </dsp:txBody>
      <dsp:txXfrm>
        <a:off x="1658271" y="211888"/>
        <a:ext cx="802362" cy="802362"/>
      </dsp:txXfrm>
    </dsp:sp>
    <dsp:sp modelId="{1BA3BEAF-1546-4977-938A-A81807F1CC17}">
      <dsp:nvSpPr>
        <dsp:cNvPr id="0" name=""/>
        <dsp:cNvSpPr/>
      </dsp:nvSpPr>
      <dsp:spPr>
        <a:xfrm>
          <a:off x="2982810" y="2627704"/>
          <a:ext cx="1134710" cy="1134710"/>
        </a:xfrm>
        <a:prstGeom prst="ellipse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Ratings</a:t>
          </a:r>
          <a:endParaRPr lang="ar-AE" sz="1100" kern="1200" dirty="0"/>
        </a:p>
      </dsp:txBody>
      <dsp:txXfrm>
        <a:off x="3148984" y="2793878"/>
        <a:ext cx="802362" cy="802362"/>
      </dsp:txXfrm>
    </dsp:sp>
    <dsp:sp modelId="{B24DD2BC-625A-4538-B0B1-A1A435D607AD}">
      <dsp:nvSpPr>
        <dsp:cNvPr id="0" name=""/>
        <dsp:cNvSpPr/>
      </dsp:nvSpPr>
      <dsp:spPr>
        <a:xfrm>
          <a:off x="1384" y="2627704"/>
          <a:ext cx="1134710" cy="1134710"/>
        </a:xfrm>
        <a:prstGeom prst="ellipse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Personal Certificates</a:t>
          </a:r>
          <a:endParaRPr lang="ar-AE" sz="1100" kern="1200" dirty="0"/>
        </a:p>
      </dsp:txBody>
      <dsp:txXfrm>
        <a:off x="167558" y="2793878"/>
        <a:ext cx="802362" cy="8023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167CC-0CC7-4DFB-9441-5AFC9186A1C5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11880000"/>
            <a:gd name="adj2" fmla="val 16200000"/>
            <a:gd name="adj3" fmla="val 4639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F58ABF6-1BE1-418D-99C5-5880FA6D30FC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7560000"/>
            <a:gd name="adj2" fmla="val 11880000"/>
            <a:gd name="adj3" fmla="val 4639"/>
          </a:avLst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EC0535F-8616-40F2-B1EB-033A93565D85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3240000"/>
            <a:gd name="adj2" fmla="val 7560000"/>
            <a:gd name="adj3" fmla="val 4639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147920A-2102-47BD-82E8-D476D26F0AF5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20520000"/>
            <a:gd name="adj2" fmla="val 3240000"/>
            <a:gd name="adj3" fmla="val 4639"/>
          </a:avLst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A6122F-CC13-4A0E-907D-A49086E32904}">
      <dsp:nvSpPr>
        <dsp:cNvPr id="0" name=""/>
        <dsp:cNvSpPr/>
      </dsp:nvSpPr>
      <dsp:spPr>
        <a:xfrm>
          <a:off x="414215" y="679225"/>
          <a:ext cx="3290475" cy="3290475"/>
        </a:xfrm>
        <a:prstGeom prst="blockArc">
          <a:avLst>
            <a:gd name="adj1" fmla="val 16200000"/>
            <a:gd name="adj2" fmla="val 20520000"/>
            <a:gd name="adj3" fmla="val 4639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DBAD7B-5A00-4AEE-B35E-29DF4145648F}">
      <dsp:nvSpPr>
        <dsp:cNvPr id="0" name=""/>
        <dsp:cNvSpPr/>
      </dsp:nvSpPr>
      <dsp:spPr>
        <a:xfrm>
          <a:off x="1302242" y="1567251"/>
          <a:ext cx="1514421" cy="151442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TEACHER</a:t>
          </a:r>
          <a:endParaRPr lang="ar-AE" sz="2100" kern="1200" dirty="0"/>
        </a:p>
      </dsp:txBody>
      <dsp:txXfrm>
        <a:off x="1524024" y="1789033"/>
        <a:ext cx="1070857" cy="1070857"/>
      </dsp:txXfrm>
    </dsp:sp>
    <dsp:sp modelId="{5FD2BE43-9E27-49B6-A06D-FE520E72C5FD}">
      <dsp:nvSpPr>
        <dsp:cNvPr id="0" name=""/>
        <dsp:cNvSpPr/>
      </dsp:nvSpPr>
      <dsp:spPr>
        <a:xfrm>
          <a:off x="1529405" y="187340"/>
          <a:ext cx="1060095" cy="1060095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Courses</a:t>
          </a:r>
          <a:endParaRPr lang="ar-AE" sz="1100" kern="1200" dirty="0"/>
        </a:p>
      </dsp:txBody>
      <dsp:txXfrm>
        <a:off x="1684652" y="342587"/>
        <a:ext cx="749601" cy="749601"/>
      </dsp:txXfrm>
    </dsp:sp>
    <dsp:sp modelId="{1BA3BEAF-1546-4977-938A-A81807F1CC17}">
      <dsp:nvSpPr>
        <dsp:cNvPr id="0" name=""/>
        <dsp:cNvSpPr/>
      </dsp:nvSpPr>
      <dsp:spPr>
        <a:xfrm>
          <a:off x="3057823" y="1297801"/>
          <a:ext cx="1060095" cy="1060095"/>
        </a:xfrm>
        <a:prstGeom prst="ellipse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Content</a:t>
          </a:r>
          <a:endParaRPr lang="ar-AE" sz="1100" kern="1200" dirty="0"/>
        </a:p>
      </dsp:txBody>
      <dsp:txXfrm>
        <a:off x="3213070" y="1453048"/>
        <a:ext cx="749601" cy="749601"/>
      </dsp:txXfrm>
    </dsp:sp>
    <dsp:sp modelId="{B24DD2BC-625A-4538-B0B1-A1A435D607AD}">
      <dsp:nvSpPr>
        <dsp:cNvPr id="0" name=""/>
        <dsp:cNvSpPr/>
      </dsp:nvSpPr>
      <dsp:spPr>
        <a:xfrm>
          <a:off x="2474019" y="3094565"/>
          <a:ext cx="1060095" cy="1060095"/>
        </a:xfrm>
        <a:prstGeom prst="ellipse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Tests</a:t>
          </a:r>
          <a:endParaRPr lang="ar-AE" sz="1100" kern="1200" dirty="0"/>
        </a:p>
      </dsp:txBody>
      <dsp:txXfrm>
        <a:off x="2629266" y="3249812"/>
        <a:ext cx="749601" cy="749601"/>
      </dsp:txXfrm>
    </dsp:sp>
    <dsp:sp modelId="{46BD820F-D8BC-48B8-B22B-65DD452671ED}">
      <dsp:nvSpPr>
        <dsp:cNvPr id="0" name=""/>
        <dsp:cNvSpPr/>
      </dsp:nvSpPr>
      <dsp:spPr>
        <a:xfrm>
          <a:off x="584790" y="3094565"/>
          <a:ext cx="1060095" cy="1060095"/>
        </a:xfrm>
        <a:prstGeom prst="ellipse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Certificates Requests</a:t>
          </a:r>
          <a:endParaRPr lang="ar-AE" sz="1100" kern="1200" dirty="0"/>
        </a:p>
      </dsp:txBody>
      <dsp:txXfrm>
        <a:off x="740037" y="3249812"/>
        <a:ext cx="749601" cy="749601"/>
      </dsp:txXfrm>
    </dsp:sp>
    <dsp:sp modelId="{4ED98508-54AE-44ED-8FA2-D0AAACD16BC4}">
      <dsp:nvSpPr>
        <dsp:cNvPr id="0" name=""/>
        <dsp:cNvSpPr/>
      </dsp:nvSpPr>
      <dsp:spPr>
        <a:xfrm>
          <a:off x="986" y="1297801"/>
          <a:ext cx="1060095" cy="1060095"/>
        </a:xfrm>
        <a:prstGeom prst="ellips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Manage Registration Requests</a:t>
          </a:r>
          <a:endParaRPr lang="ar-AE" sz="1100" kern="1200" dirty="0"/>
        </a:p>
      </dsp:txBody>
      <dsp:txXfrm>
        <a:off x="156233" y="1453048"/>
        <a:ext cx="749601" cy="7496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E3034-A7E6-4714-B502-5CAD3F083221}">
      <dsp:nvSpPr>
        <dsp:cNvPr id="0" name=""/>
        <dsp:cNvSpPr/>
      </dsp:nvSpPr>
      <dsp:spPr>
        <a:xfrm>
          <a:off x="8426089" y="833098"/>
          <a:ext cx="683493" cy="32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9"/>
              </a:lnTo>
              <a:lnTo>
                <a:pt x="683493" y="221669"/>
              </a:lnTo>
              <a:lnTo>
                <a:pt x="683493" y="32528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7E532E-1CF8-43B9-A6F6-DE5F454119B3}">
      <dsp:nvSpPr>
        <dsp:cNvPr id="0" name=""/>
        <dsp:cNvSpPr/>
      </dsp:nvSpPr>
      <dsp:spPr>
        <a:xfrm>
          <a:off x="11456088" y="3939574"/>
          <a:ext cx="91440" cy="3252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5955A-7678-4BE7-81AF-0BD88CAA260F}">
      <dsp:nvSpPr>
        <dsp:cNvPr id="0" name=""/>
        <dsp:cNvSpPr/>
      </dsp:nvSpPr>
      <dsp:spPr>
        <a:xfrm>
          <a:off x="10818315" y="2904082"/>
          <a:ext cx="683493" cy="32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9"/>
              </a:lnTo>
              <a:lnTo>
                <a:pt x="683493" y="221669"/>
              </a:lnTo>
              <a:lnTo>
                <a:pt x="683493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F7FC87-1910-45C2-9316-23157872F053}">
      <dsp:nvSpPr>
        <dsp:cNvPr id="0" name=""/>
        <dsp:cNvSpPr/>
      </dsp:nvSpPr>
      <dsp:spPr>
        <a:xfrm>
          <a:off x="10134822" y="2904082"/>
          <a:ext cx="683493" cy="325280"/>
        </a:xfrm>
        <a:custGeom>
          <a:avLst/>
          <a:gdLst/>
          <a:ahLst/>
          <a:cxnLst/>
          <a:rect l="0" t="0" r="0" b="0"/>
          <a:pathLst>
            <a:path>
              <a:moveTo>
                <a:pt x="683493" y="0"/>
              </a:moveTo>
              <a:lnTo>
                <a:pt x="683493" y="221669"/>
              </a:lnTo>
              <a:lnTo>
                <a:pt x="0" y="221669"/>
              </a:lnTo>
              <a:lnTo>
                <a:pt x="0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69F02-5201-4799-94FF-306430080CCB}">
      <dsp:nvSpPr>
        <dsp:cNvPr id="0" name=""/>
        <dsp:cNvSpPr/>
      </dsp:nvSpPr>
      <dsp:spPr>
        <a:xfrm>
          <a:off x="7742596" y="1868590"/>
          <a:ext cx="3075718" cy="32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9"/>
              </a:lnTo>
              <a:lnTo>
                <a:pt x="3075718" y="221669"/>
              </a:lnTo>
              <a:lnTo>
                <a:pt x="3075718" y="32528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A1B23-9507-4AAA-9419-A6B77BEB2492}">
      <dsp:nvSpPr>
        <dsp:cNvPr id="0" name=""/>
        <dsp:cNvSpPr/>
      </dsp:nvSpPr>
      <dsp:spPr>
        <a:xfrm>
          <a:off x="4666877" y="2904082"/>
          <a:ext cx="4100958" cy="32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9"/>
              </a:lnTo>
              <a:lnTo>
                <a:pt x="4100958" y="221669"/>
              </a:lnTo>
              <a:lnTo>
                <a:pt x="4100958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8FDA6-9496-4F10-B719-CF341A80C163}">
      <dsp:nvSpPr>
        <dsp:cNvPr id="0" name=""/>
        <dsp:cNvSpPr/>
      </dsp:nvSpPr>
      <dsp:spPr>
        <a:xfrm>
          <a:off x="4666877" y="2904082"/>
          <a:ext cx="2733972" cy="32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9"/>
              </a:lnTo>
              <a:lnTo>
                <a:pt x="2733972" y="221669"/>
              </a:lnTo>
              <a:lnTo>
                <a:pt x="2733972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F2F637-0061-4C0F-AB7F-D87B914A533C}">
      <dsp:nvSpPr>
        <dsp:cNvPr id="0" name=""/>
        <dsp:cNvSpPr/>
      </dsp:nvSpPr>
      <dsp:spPr>
        <a:xfrm>
          <a:off x="4666877" y="2904082"/>
          <a:ext cx="1366986" cy="325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9"/>
              </a:lnTo>
              <a:lnTo>
                <a:pt x="1366986" y="221669"/>
              </a:lnTo>
              <a:lnTo>
                <a:pt x="1366986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EEAF21-E52F-475F-A9A1-D47C1EEA698C}">
      <dsp:nvSpPr>
        <dsp:cNvPr id="0" name=""/>
        <dsp:cNvSpPr/>
      </dsp:nvSpPr>
      <dsp:spPr>
        <a:xfrm>
          <a:off x="4621157" y="2904082"/>
          <a:ext cx="91440" cy="3252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0AEF84-F1FF-44B4-B3CE-91A0606A7F0F}">
      <dsp:nvSpPr>
        <dsp:cNvPr id="0" name=""/>
        <dsp:cNvSpPr/>
      </dsp:nvSpPr>
      <dsp:spPr>
        <a:xfrm>
          <a:off x="3299891" y="2904082"/>
          <a:ext cx="1366986" cy="325280"/>
        </a:xfrm>
        <a:custGeom>
          <a:avLst/>
          <a:gdLst/>
          <a:ahLst/>
          <a:cxnLst/>
          <a:rect l="0" t="0" r="0" b="0"/>
          <a:pathLst>
            <a:path>
              <a:moveTo>
                <a:pt x="1366986" y="0"/>
              </a:moveTo>
              <a:lnTo>
                <a:pt x="1366986" y="221669"/>
              </a:lnTo>
              <a:lnTo>
                <a:pt x="0" y="221669"/>
              </a:lnTo>
              <a:lnTo>
                <a:pt x="0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5BE597-A94E-4383-90EA-BAF95F48A25C}">
      <dsp:nvSpPr>
        <dsp:cNvPr id="0" name=""/>
        <dsp:cNvSpPr/>
      </dsp:nvSpPr>
      <dsp:spPr>
        <a:xfrm>
          <a:off x="1932905" y="2904082"/>
          <a:ext cx="2733972" cy="325280"/>
        </a:xfrm>
        <a:custGeom>
          <a:avLst/>
          <a:gdLst/>
          <a:ahLst/>
          <a:cxnLst/>
          <a:rect l="0" t="0" r="0" b="0"/>
          <a:pathLst>
            <a:path>
              <a:moveTo>
                <a:pt x="2733972" y="0"/>
              </a:moveTo>
              <a:lnTo>
                <a:pt x="2733972" y="221669"/>
              </a:lnTo>
              <a:lnTo>
                <a:pt x="0" y="221669"/>
              </a:lnTo>
              <a:lnTo>
                <a:pt x="0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FB1479-093C-460B-A4E6-0C4E58A3C7C6}">
      <dsp:nvSpPr>
        <dsp:cNvPr id="0" name=""/>
        <dsp:cNvSpPr/>
      </dsp:nvSpPr>
      <dsp:spPr>
        <a:xfrm>
          <a:off x="565918" y="2904082"/>
          <a:ext cx="4100958" cy="325280"/>
        </a:xfrm>
        <a:custGeom>
          <a:avLst/>
          <a:gdLst/>
          <a:ahLst/>
          <a:cxnLst/>
          <a:rect l="0" t="0" r="0" b="0"/>
          <a:pathLst>
            <a:path>
              <a:moveTo>
                <a:pt x="4100958" y="0"/>
              </a:moveTo>
              <a:lnTo>
                <a:pt x="4100958" y="221669"/>
              </a:lnTo>
              <a:lnTo>
                <a:pt x="0" y="221669"/>
              </a:lnTo>
              <a:lnTo>
                <a:pt x="0" y="3252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932DA5-AAFB-40EB-B775-DF460F86E16B}">
      <dsp:nvSpPr>
        <dsp:cNvPr id="0" name=""/>
        <dsp:cNvSpPr/>
      </dsp:nvSpPr>
      <dsp:spPr>
        <a:xfrm>
          <a:off x="4666877" y="1868590"/>
          <a:ext cx="3075718" cy="325280"/>
        </a:xfrm>
        <a:custGeom>
          <a:avLst/>
          <a:gdLst/>
          <a:ahLst/>
          <a:cxnLst/>
          <a:rect l="0" t="0" r="0" b="0"/>
          <a:pathLst>
            <a:path>
              <a:moveTo>
                <a:pt x="3075718" y="0"/>
              </a:moveTo>
              <a:lnTo>
                <a:pt x="3075718" y="221669"/>
              </a:lnTo>
              <a:lnTo>
                <a:pt x="0" y="221669"/>
              </a:lnTo>
              <a:lnTo>
                <a:pt x="0" y="32528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83E025-29FE-4782-ADAA-816169278A9C}">
      <dsp:nvSpPr>
        <dsp:cNvPr id="0" name=""/>
        <dsp:cNvSpPr/>
      </dsp:nvSpPr>
      <dsp:spPr>
        <a:xfrm>
          <a:off x="7742596" y="833098"/>
          <a:ext cx="683493" cy="325280"/>
        </a:xfrm>
        <a:custGeom>
          <a:avLst/>
          <a:gdLst/>
          <a:ahLst/>
          <a:cxnLst/>
          <a:rect l="0" t="0" r="0" b="0"/>
          <a:pathLst>
            <a:path>
              <a:moveTo>
                <a:pt x="683493" y="0"/>
              </a:moveTo>
              <a:lnTo>
                <a:pt x="683493" y="221669"/>
              </a:lnTo>
              <a:lnTo>
                <a:pt x="0" y="221669"/>
              </a:lnTo>
              <a:lnTo>
                <a:pt x="0" y="32528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743092-7379-462B-9612-37A7582AB200}">
      <dsp:nvSpPr>
        <dsp:cNvPr id="0" name=""/>
        <dsp:cNvSpPr/>
      </dsp:nvSpPr>
      <dsp:spPr>
        <a:xfrm>
          <a:off x="7866868" y="122887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315ACE9-1435-48EE-99A1-28509EC48F38}">
      <dsp:nvSpPr>
        <dsp:cNvPr id="0" name=""/>
        <dsp:cNvSpPr/>
      </dsp:nvSpPr>
      <dsp:spPr>
        <a:xfrm>
          <a:off x="7991139" y="240945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Landing Page</a:t>
          </a:r>
          <a:endParaRPr lang="ar-AE" sz="1700" kern="1200" dirty="0"/>
        </a:p>
      </dsp:txBody>
      <dsp:txXfrm>
        <a:off x="8011940" y="261746"/>
        <a:ext cx="1076841" cy="668609"/>
      </dsp:txXfrm>
    </dsp:sp>
    <dsp:sp modelId="{D6FA5EE3-E9A9-412C-A3F1-8FA01B81B824}">
      <dsp:nvSpPr>
        <dsp:cNvPr id="0" name=""/>
        <dsp:cNvSpPr/>
      </dsp:nvSpPr>
      <dsp:spPr>
        <a:xfrm>
          <a:off x="7183374" y="1158379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A9B53F2-EF9B-472C-AD5B-898886994B2E}">
      <dsp:nvSpPr>
        <dsp:cNvPr id="0" name=""/>
        <dsp:cNvSpPr/>
      </dsp:nvSpPr>
      <dsp:spPr>
        <a:xfrm>
          <a:off x="7307646" y="1276437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Login</a:t>
          </a:r>
          <a:endParaRPr lang="ar-AE" sz="1700" kern="1200" dirty="0"/>
        </a:p>
      </dsp:txBody>
      <dsp:txXfrm>
        <a:off x="7328447" y="1297238"/>
        <a:ext cx="1076841" cy="668609"/>
      </dsp:txXfrm>
    </dsp:sp>
    <dsp:sp modelId="{734FBBD1-73FF-4C34-AFBB-AAD3E755D4AF}">
      <dsp:nvSpPr>
        <dsp:cNvPr id="0" name=""/>
        <dsp:cNvSpPr/>
      </dsp:nvSpPr>
      <dsp:spPr>
        <a:xfrm>
          <a:off x="4107655" y="2193871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DAA7FDA-21CF-47A0-A5AE-F0C797A0F6CB}">
      <dsp:nvSpPr>
        <dsp:cNvPr id="0" name=""/>
        <dsp:cNvSpPr/>
      </dsp:nvSpPr>
      <dsp:spPr>
        <a:xfrm>
          <a:off x="4231927" y="2311929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Admin</a:t>
          </a:r>
          <a:endParaRPr lang="ar-AE" sz="1700" kern="1200" dirty="0"/>
        </a:p>
      </dsp:txBody>
      <dsp:txXfrm>
        <a:off x="4252728" y="2332730"/>
        <a:ext cx="1076841" cy="668609"/>
      </dsp:txXfrm>
    </dsp:sp>
    <dsp:sp modelId="{0C5C6EB3-7597-41ED-949A-D4F9F015EA0B}">
      <dsp:nvSpPr>
        <dsp:cNvPr id="0" name=""/>
        <dsp:cNvSpPr/>
      </dsp:nvSpPr>
      <dsp:spPr>
        <a:xfrm>
          <a:off x="6697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5C3BDE0-7560-4454-A5EA-5623303BF1AE}">
      <dsp:nvSpPr>
        <dsp:cNvPr id="0" name=""/>
        <dsp:cNvSpPr/>
      </dsp:nvSpPr>
      <dsp:spPr>
        <a:xfrm>
          <a:off x="130968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Statistics</a:t>
          </a:r>
          <a:endParaRPr lang="ar-AE" sz="1700" kern="1200" dirty="0"/>
        </a:p>
      </dsp:txBody>
      <dsp:txXfrm>
        <a:off x="151769" y="3368222"/>
        <a:ext cx="1076841" cy="668609"/>
      </dsp:txXfrm>
    </dsp:sp>
    <dsp:sp modelId="{BFD3E89E-9FCB-4ABE-B1C6-B5C673206997}">
      <dsp:nvSpPr>
        <dsp:cNvPr id="0" name=""/>
        <dsp:cNvSpPr/>
      </dsp:nvSpPr>
      <dsp:spPr>
        <a:xfrm>
          <a:off x="1373683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C04D4EA-FCC2-4C6B-BFD4-D583AAE5AF68}">
      <dsp:nvSpPr>
        <dsp:cNvPr id="0" name=""/>
        <dsp:cNvSpPr/>
      </dsp:nvSpPr>
      <dsp:spPr>
        <a:xfrm>
          <a:off x="1497954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Users</a:t>
          </a:r>
          <a:endParaRPr lang="ar-AE" sz="1700" kern="1200" dirty="0"/>
        </a:p>
      </dsp:txBody>
      <dsp:txXfrm>
        <a:off x="1518755" y="3368222"/>
        <a:ext cx="1076841" cy="668609"/>
      </dsp:txXfrm>
    </dsp:sp>
    <dsp:sp modelId="{AD75E0E4-CDCA-4C23-A1C4-AA0C7D084961}">
      <dsp:nvSpPr>
        <dsp:cNvPr id="0" name=""/>
        <dsp:cNvSpPr/>
      </dsp:nvSpPr>
      <dsp:spPr>
        <a:xfrm>
          <a:off x="2740669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23EBFF-2282-4C55-9968-33C69DE2FB64}">
      <dsp:nvSpPr>
        <dsp:cNvPr id="0" name=""/>
        <dsp:cNvSpPr/>
      </dsp:nvSpPr>
      <dsp:spPr>
        <a:xfrm>
          <a:off x="2864941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Categories</a:t>
          </a:r>
          <a:endParaRPr lang="ar-AE" sz="1700" kern="1200" dirty="0"/>
        </a:p>
      </dsp:txBody>
      <dsp:txXfrm>
        <a:off x="2885742" y="3368222"/>
        <a:ext cx="1076841" cy="668609"/>
      </dsp:txXfrm>
    </dsp:sp>
    <dsp:sp modelId="{64342F66-0BB7-4DAC-9271-47DB9C6EF6A1}">
      <dsp:nvSpPr>
        <dsp:cNvPr id="0" name=""/>
        <dsp:cNvSpPr/>
      </dsp:nvSpPr>
      <dsp:spPr>
        <a:xfrm>
          <a:off x="4107655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D0DA8EC-0445-4A82-9400-5FD6A207317A}">
      <dsp:nvSpPr>
        <dsp:cNvPr id="0" name=""/>
        <dsp:cNvSpPr/>
      </dsp:nvSpPr>
      <dsp:spPr>
        <a:xfrm>
          <a:off x="4231927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Payment Methods</a:t>
          </a:r>
          <a:endParaRPr lang="ar-AE" sz="1700" kern="1200" dirty="0"/>
        </a:p>
      </dsp:txBody>
      <dsp:txXfrm>
        <a:off x="4252728" y="3368222"/>
        <a:ext cx="1076841" cy="668609"/>
      </dsp:txXfrm>
    </dsp:sp>
    <dsp:sp modelId="{5DAE0FB1-0CC8-4CF9-8B0C-FE58FE3BD1E0}">
      <dsp:nvSpPr>
        <dsp:cNvPr id="0" name=""/>
        <dsp:cNvSpPr/>
      </dsp:nvSpPr>
      <dsp:spPr>
        <a:xfrm>
          <a:off x="5474642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D477881-965B-4BD6-8F2F-BBB8E6CD9313}">
      <dsp:nvSpPr>
        <dsp:cNvPr id="0" name=""/>
        <dsp:cNvSpPr/>
      </dsp:nvSpPr>
      <dsp:spPr>
        <a:xfrm>
          <a:off x="5598913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Reports</a:t>
          </a:r>
          <a:endParaRPr lang="ar-AE" sz="1700" kern="1200" dirty="0"/>
        </a:p>
      </dsp:txBody>
      <dsp:txXfrm>
        <a:off x="5619714" y="3368222"/>
        <a:ext cx="1076841" cy="668609"/>
      </dsp:txXfrm>
    </dsp:sp>
    <dsp:sp modelId="{FD43E2ED-8025-4C2E-A7A0-E52BF0698EA9}">
      <dsp:nvSpPr>
        <dsp:cNvPr id="0" name=""/>
        <dsp:cNvSpPr/>
      </dsp:nvSpPr>
      <dsp:spPr>
        <a:xfrm>
          <a:off x="6841628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E9994BB-D3EA-4900-8ADE-12ECA4FD7FF2}">
      <dsp:nvSpPr>
        <dsp:cNvPr id="0" name=""/>
        <dsp:cNvSpPr/>
      </dsp:nvSpPr>
      <dsp:spPr>
        <a:xfrm>
          <a:off x="6965899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Settings</a:t>
          </a:r>
          <a:endParaRPr lang="ar-AE" sz="1700" kern="1200" dirty="0"/>
        </a:p>
      </dsp:txBody>
      <dsp:txXfrm>
        <a:off x="6986700" y="3368222"/>
        <a:ext cx="1076841" cy="668609"/>
      </dsp:txXfrm>
    </dsp:sp>
    <dsp:sp modelId="{854BA2C7-4D00-4A78-B819-E599FF99FEA8}">
      <dsp:nvSpPr>
        <dsp:cNvPr id="0" name=""/>
        <dsp:cNvSpPr/>
      </dsp:nvSpPr>
      <dsp:spPr>
        <a:xfrm>
          <a:off x="8208614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556CA3D-C248-4AA4-88D0-72FAD721B9F3}">
      <dsp:nvSpPr>
        <dsp:cNvPr id="0" name=""/>
        <dsp:cNvSpPr/>
      </dsp:nvSpPr>
      <dsp:spPr>
        <a:xfrm>
          <a:off x="8332886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Courses</a:t>
          </a:r>
          <a:endParaRPr lang="ar-AE" sz="1700" kern="1200" dirty="0"/>
        </a:p>
      </dsp:txBody>
      <dsp:txXfrm>
        <a:off x="8353687" y="3368222"/>
        <a:ext cx="1076841" cy="668609"/>
      </dsp:txXfrm>
    </dsp:sp>
    <dsp:sp modelId="{73485E32-0AD6-43B8-9D27-9B2CC528FBF9}">
      <dsp:nvSpPr>
        <dsp:cNvPr id="0" name=""/>
        <dsp:cNvSpPr/>
      </dsp:nvSpPr>
      <dsp:spPr>
        <a:xfrm>
          <a:off x="10259093" y="2193871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C0C926-7BD3-409E-9B1B-BB38C266A17D}">
      <dsp:nvSpPr>
        <dsp:cNvPr id="0" name=""/>
        <dsp:cNvSpPr/>
      </dsp:nvSpPr>
      <dsp:spPr>
        <a:xfrm>
          <a:off x="10383365" y="2311929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Teacher</a:t>
          </a:r>
          <a:endParaRPr lang="ar-AE" sz="1700" kern="1200" dirty="0"/>
        </a:p>
      </dsp:txBody>
      <dsp:txXfrm>
        <a:off x="10404166" y="2332730"/>
        <a:ext cx="1076841" cy="668609"/>
      </dsp:txXfrm>
    </dsp:sp>
    <dsp:sp modelId="{F378606C-887D-4D15-8AE5-53E31C3BF60E}">
      <dsp:nvSpPr>
        <dsp:cNvPr id="0" name=""/>
        <dsp:cNvSpPr/>
      </dsp:nvSpPr>
      <dsp:spPr>
        <a:xfrm>
          <a:off x="9575600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3C932E0-7176-4FC1-9C4F-91887D136C8C}">
      <dsp:nvSpPr>
        <dsp:cNvPr id="0" name=""/>
        <dsp:cNvSpPr/>
      </dsp:nvSpPr>
      <dsp:spPr>
        <a:xfrm>
          <a:off x="9699872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Statistics</a:t>
          </a:r>
          <a:endParaRPr lang="ar-AE" sz="1700" kern="1200" dirty="0"/>
        </a:p>
      </dsp:txBody>
      <dsp:txXfrm>
        <a:off x="9720673" y="3368222"/>
        <a:ext cx="1076841" cy="668609"/>
      </dsp:txXfrm>
    </dsp:sp>
    <dsp:sp modelId="{F1AF4450-338E-4C93-9FDE-D1509D4AC47B}">
      <dsp:nvSpPr>
        <dsp:cNvPr id="0" name=""/>
        <dsp:cNvSpPr/>
      </dsp:nvSpPr>
      <dsp:spPr>
        <a:xfrm>
          <a:off x="10942586" y="3229363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5186209-C2DF-46E9-9315-8E60C2171D2D}">
      <dsp:nvSpPr>
        <dsp:cNvPr id="0" name=""/>
        <dsp:cNvSpPr/>
      </dsp:nvSpPr>
      <dsp:spPr>
        <a:xfrm>
          <a:off x="11066858" y="3347421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Courses</a:t>
          </a:r>
          <a:endParaRPr lang="ar-AE" sz="1700" kern="1200" dirty="0"/>
        </a:p>
      </dsp:txBody>
      <dsp:txXfrm>
        <a:off x="11087659" y="3368222"/>
        <a:ext cx="1076841" cy="668609"/>
      </dsp:txXfrm>
    </dsp:sp>
    <dsp:sp modelId="{E2EB9574-5A03-4B9B-9AE5-86E6FBB0E21B}">
      <dsp:nvSpPr>
        <dsp:cNvPr id="0" name=""/>
        <dsp:cNvSpPr/>
      </dsp:nvSpPr>
      <dsp:spPr>
        <a:xfrm>
          <a:off x="10942586" y="4264855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686897-A3F1-4C8D-B2D3-1D0D188D3BA1}">
      <dsp:nvSpPr>
        <dsp:cNvPr id="0" name=""/>
        <dsp:cNvSpPr/>
      </dsp:nvSpPr>
      <dsp:spPr>
        <a:xfrm>
          <a:off x="11066858" y="4382913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Content</a:t>
          </a:r>
          <a:endParaRPr lang="ar-AE" sz="1700" kern="1200" dirty="0"/>
        </a:p>
      </dsp:txBody>
      <dsp:txXfrm>
        <a:off x="11087659" y="4403714"/>
        <a:ext cx="1076841" cy="668609"/>
      </dsp:txXfrm>
    </dsp:sp>
    <dsp:sp modelId="{340800A0-9F45-4912-8BC1-3ADECEC8BC68}">
      <dsp:nvSpPr>
        <dsp:cNvPr id="0" name=""/>
        <dsp:cNvSpPr/>
      </dsp:nvSpPr>
      <dsp:spPr>
        <a:xfrm>
          <a:off x="8550361" y="1158379"/>
          <a:ext cx="1118443" cy="7102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EBA35AB-9628-4B36-8350-4C9D6EAA89EC}">
      <dsp:nvSpPr>
        <dsp:cNvPr id="0" name=""/>
        <dsp:cNvSpPr/>
      </dsp:nvSpPr>
      <dsp:spPr>
        <a:xfrm>
          <a:off x="8674632" y="1276437"/>
          <a:ext cx="1118443" cy="7102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Sign Up</a:t>
          </a:r>
          <a:endParaRPr lang="ar-AE" sz="1700" kern="1200" dirty="0"/>
        </a:p>
      </dsp:txBody>
      <dsp:txXfrm>
        <a:off x="8695433" y="1297238"/>
        <a:ext cx="1076841" cy="668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ABAA540-A6A4-6FCD-6D2C-846752BF3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EF68A88-107A-0C66-FB5E-4F233A6E3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BD8FF30-CF30-5046-A4F8-DF90BEA4A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F63F43A-A37B-605A-2B45-2B3F2178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A362067-5D85-1320-558D-640A023C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52273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5AFF556-8E59-62C8-41B2-F25F5932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61F3C30-967E-C824-D3EA-281049B5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6BAE1DC3-76B5-FDDE-F204-79ABAD30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11F28B0-0DFC-8566-3A0E-284462C2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4E0E7D8-157A-E73F-67F0-64827440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13199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5E76F77-EA29-760C-07A7-2206C739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C5DCB6E-CBF1-7536-DEEC-90E3609D7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8355024-571B-2C6F-933F-AEAD3D1A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3AD8957-3E18-85A4-8817-1EAD8B62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BCB2D51-0774-1FA3-B682-079FE89E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006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E925F7A-7867-1737-C27E-ED4BB906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289B715-B22A-FDF3-D251-02ADBBF12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7856D31-5FEE-ED37-FB63-98A4B9844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E97F4A4-1DE4-87CE-F4FA-9F02784F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46C97AD-0231-9E9A-CEB0-55651892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42E0B31-36AE-54CD-6818-48281E79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88102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AB12C4C-CB9B-6325-D6B4-61BB7D27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0A4FF7CF-0D55-1102-44CC-6E75D330F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BFFBAC8-2B1C-9CDE-53D4-FE8D11DAC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3D90B03-9746-77BF-3771-C24350FEF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FAAD6CF8-DF60-F201-BC74-C176C6E49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1CC59A76-44C1-66C7-E6DF-325664F5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DDF62E89-7D2F-F3A5-A010-E90BAC9F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52B91E44-2C48-2276-B549-8780F95F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0839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86EE0E-4685-2877-D851-DA831A27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D419851A-D1D2-1D14-B449-460AAA87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8D69C119-44BA-F7D4-771D-95EE58BF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0CE947DD-AF7A-9D54-160E-9BCA1E68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4544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30F946E8-6A49-0175-D988-C76EA51E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318C6DD4-5156-F740-F917-D275DC1B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076EEEE3-00E9-742E-0D40-29A063F2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27835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6DD5E80-B43A-C59B-0CC0-9810E87F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76C0E7C-7C9C-F4C5-73C4-C9CA9513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9019B31-5420-9E20-17CF-FA107A01C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6E7EC502-3A4A-2262-BC33-DB16605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BA11A05-30A0-2288-3071-C3889ECB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E0FEA50-5F90-CC84-2F7E-8FD9FF6D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55306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4BF080F-F19C-5508-DECF-041AA1434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FE817C5-C1EC-8E4B-9495-D880E5B8A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5ACE6CA-6E29-CB45-43B4-4ADFF1640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7E8B25D-485A-84C1-9D49-AF128234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BF54319-33B3-9F5F-8CF9-93B7924A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EB24678-7118-D860-A3CB-DE83E091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39540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A7E44A4-1380-93FD-12AF-10364B2D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B1A65676-7954-0E2F-14F9-EDB9B27AE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F7FBB79-D6A7-F6DF-3155-D11F7C16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DB3F57F-829B-FF25-4A44-C302885B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6F37394-5E57-CD41-E0E4-D1148932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06548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F7D0F3AE-A9C3-1C45-7683-6F3B8254F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5074380-0A3B-068C-D97A-37885A02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0B741D1-8AD9-A216-1EB8-D888D83BD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32DFA23-D00B-D4C7-BBDD-284CF0E1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05975CC-4AC9-A5CA-0AB4-FE8C66B2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4104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18A61C55-87C6-5E3C-516F-BAB59814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81E0BA-BF63-6958-3642-301994A82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A78ADA2-5E45-0233-1E05-6197523AE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E1F69-133F-4741-BBAF-10D16895B8FF}" type="datetimeFigureOut">
              <a:rPr lang="ar-AE" smtClean="0"/>
              <a:t>11/12/1447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2EE78CD-DBE2-1D79-1380-7DAE9678D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BD1AD06-58AB-F87B-8F70-37F5C4C1D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5F532-0F9C-4C2F-8C07-6AD36938E24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09241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>
            <a:extLst>
              <a:ext uri="{FF2B5EF4-FFF2-40B4-BE49-F238E27FC236}">
                <a16:creationId xmlns:a16="http://schemas.microsoft.com/office/drawing/2014/main" id="{EC4BE42B-7A9E-9EF6-8A1D-5DFF837B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728" y="149998"/>
            <a:ext cx="3188973" cy="2153076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53ABC8F4-C832-0BDB-7D80-8C04CA920AD2}"/>
              </a:ext>
            </a:extLst>
          </p:cNvPr>
          <p:cNvSpPr txBox="1"/>
          <p:nvPr/>
        </p:nvSpPr>
        <p:spPr>
          <a:xfrm>
            <a:off x="1" y="587890"/>
            <a:ext cx="480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SYRIAN PRIVATE UNIVERSITY</a:t>
            </a:r>
          </a:p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&amp; INFORMATICS ENGINEERING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1D0EE33-F3A1-7243-3426-910356B531E2}"/>
              </a:ext>
            </a:extLst>
          </p:cNvPr>
          <p:cNvSpPr txBox="1"/>
          <p:nvPr/>
        </p:nvSpPr>
        <p:spPr>
          <a:xfrm>
            <a:off x="2160266" y="3158879"/>
            <a:ext cx="7871459" cy="1602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Hajar Hamza Al-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Zoubi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Sameh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Yahya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Orabi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Sulaf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Walid Al-Samarra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8679681D-12EB-2676-C50D-B7855EBD606B}"/>
              </a:ext>
            </a:extLst>
          </p:cNvPr>
          <p:cNvSpPr txBox="1"/>
          <p:nvPr/>
        </p:nvSpPr>
        <p:spPr>
          <a:xfrm>
            <a:off x="4807522" y="5038581"/>
            <a:ext cx="2576945" cy="1688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Dr.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Akram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Masouh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 rtl="1">
              <a:lnSpc>
                <a:spcPct val="150000"/>
              </a:lnSpc>
            </a:pP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2026</a:t>
            </a:r>
            <a:endParaRPr lang="ar-A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436E9F-C34B-0353-472D-ECB73184841E}"/>
              </a:ext>
            </a:extLst>
          </p:cNvPr>
          <p:cNvSpPr txBox="1"/>
          <p:nvPr/>
        </p:nvSpPr>
        <p:spPr>
          <a:xfrm>
            <a:off x="2953654" y="2562092"/>
            <a:ext cx="6284684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Learning Management System LMS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9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C93F-7AC6-1DE0-A99D-8D93F534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D5C8CBBF-26AC-9479-CB50-30C3A81A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094" y="297771"/>
            <a:ext cx="5685811" cy="778554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Abstract</a:t>
            </a:r>
            <a:endParaRPr lang="ar-AE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BAC08B4-B230-4F2F-8EC0-0DDDF47132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4388403"/>
              </p:ext>
            </p:extLst>
          </p:nvPr>
        </p:nvGraphicFramePr>
        <p:xfrm>
          <a:off x="1916113" y="1141562"/>
          <a:ext cx="8359774" cy="5716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5070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C93F-7AC6-1DE0-A99D-8D93F534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D5C8CBBF-26AC-9479-CB50-30C3A81A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603" y="183471"/>
            <a:ext cx="7022793" cy="778554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Problem Statement &amp; Objectives</a:t>
            </a:r>
            <a:endParaRPr lang="ar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6D25B-3CD3-46EC-8234-C6D65AAB0F32}"/>
              </a:ext>
            </a:extLst>
          </p:cNvPr>
          <p:cNvSpPr txBox="1"/>
          <p:nvPr/>
        </p:nvSpPr>
        <p:spPr>
          <a:xfrm>
            <a:off x="1285875" y="1859339"/>
            <a:ext cx="9928378" cy="461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 rtl="0">
              <a:lnSpc>
                <a:spcPct val="150000"/>
              </a:lnSpc>
            </a:pPr>
            <a:r>
              <a:rPr lang="en-US" dirty="0"/>
              <a:t>1. Problem:</a:t>
            </a:r>
          </a:p>
          <a:p>
            <a:pPr algn="ctr" rtl="0">
              <a:lnSpc>
                <a:spcPct val="150000"/>
              </a:lnSpc>
            </a:pPr>
            <a:r>
              <a:rPr lang="en-US" dirty="0"/>
              <a:t>Existing LMS platforms require extensive localization, lack native Arabic support, and impose high costs or complex configurations unsuitable for local institutions.</a:t>
            </a:r>
          </a:p>
          <a:p>
            <a:pPr algn="justLow" rtl="0">
              <a:lnSpc>
                <a:spcPct val="150000"/>
              </a:lnSpc>
            </a:pPr>
            <a:r>
              <a:rPr lang="en-US" dirty="0"/>
              <a:t>2. Main Objective:</a:t>
            </a:r>
          </a:p>
          <a:p>
            <a:pPr algn="ctr" rtl="0">
              <a:lnSpc>
                <a:spcPct val="150000"/>
              </a:lnSpc>
            </a:pPr>
            <a:r>
              <a:rPr lang="en-US" dirty="0"/>
              <a:t>Build an intelligent, Arabic-native learning management system to streamline course delivery, assessment, and academic administration.</a:t>
            </a:r>
          </a:p>
          <a:p>
            <a:pPr algn="justLow" rtl="0">
              <a:lnSpc>
                <a:spcPct val="150000"/>
              </a:lnSpc>
            </a:pPr>
            <a:r>
              <a:rPr lang="en-US" dirty="0"/>
              <a:t>3. Sub-objectives (SMART):</a:t>
            </a:r>
          </a:p>
          <a:p>
            <a:pPr marL="285750" indent="-285750" algn="justLow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 ≥90% test pass rate ✓ (Achieved: 93.3%)</a:t>
            </a:r>
          </a:p>
          <a:p>
            <a:pPr marL="285750" indent="-285750" algn="justLow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Response time &lt;2 seconds ✓ (Achieved: 1.2s)</a:t>
            </a:r>
          </a:p>
          <a:p>
            <a:pPr marL="285750" indent="-285750" algn="justLow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100% Arabic RTL interface compliance ✓</a:t>
            </a:r>
          </a:p>
          <a:p>
            <a:pPr marL="285750" indent="-285750" algn="justLow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 29 core functional requirements ✓</a:t>
            </a:r>
          </a:p>
        </p:txBody>
      </p:sp>
    </p:spTree>
    <p:extLst>
      <p:ext uri="{BB962C8B-B14F-4D97-AF65-F5344CB8AC3E}">
        <p14:creationId xmlns:p14="http://schemas.microsoft.com/office/powerpoint/2010/main" val="349418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3C93F-7AC6-1DE0-A99D-8D93F534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D5C8CBBF-26AC-9479-CB50-30C3A81A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915" y="173946"/>
            <a:ext cx="7664297" cy="778554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Scope, Constraints &amp; Assumptions</a:t>
            </a:r>
            <a:endParaRPr lang="ar-AE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A18C616-75CB-401D-AF43-6FEE38DF81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4181612"/>
              </p:ext>
            </p:extLst>
          </p:nvPr>
        </p:nvGraphicFramePr>
        <p:xfrm>
          <a:off x="-85649" y="1157287"/>
          <a:ext cx="5007127" cy="3457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CD8068F-E493-41C5-94D8-DB8872547C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028480"/>
              </p:ext>
            </p:extLst>
          </p:nvPr>
        </p:nvGraphicFramePr>
        <p:xfrm>
          <a:off x="7270524" y="1157286"/>
          <a:ext cx="5007127" cy="3457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B2C346E-15F5-4C74-AED6-0FCF22679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442634"/>
              </p:ext>
            </p:extLst>
          </p:nvPr>
        </p:nvGraphicFramePr>
        <p:xfrm>
          <a:off x="3746499" y="3619501"/>
          <a:ext cx="5007127" cy="3238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034459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DFC9-7B17-C526-8C73-77347AF9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0A687E6E-EB7F-5301-73BE-9DA84217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079" y="66608"/>
            <a:ext cx="6753840" cy="692829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Related Work &amp; Research Gap</a:t>
            </a:r>
            <a:endParaRPr lang="ar-A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6F4BD6-E871-45BE-8814-122DBFCF5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22001"/>
              </p:ext>
            </p:extLst>
          </p:nvPr>
        </p:nvGraphicFramePr>
        <p:xfrm>
          <a:off x="1974293" y="1543051"/>
          <a:ext cx="8243414" cy="178833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982808">
                  <a:extLst>
                    <a:ext uri="{9D8B030D-6E8A-4147-A177-3AD203B41FA5}">
                      <a16:colId xmlns:a16="http://schemas.microsoft.com/office/drawing/2014/main" val="3413263391"/>
                    </a:ext>
                  </a:extLst>
                </a:gridCol>
                <a:gridCol w="3503435">
                  <a:extLst>
                    <a:ext uri="{9D8B030D-6E8A-4147-A177-3AD203B41FA5}">
                      <a16:colId xmlns:a16="http://schemas.microsoft.com/office/drawing/2014/main" val="269650970"/>
                    </a:ext>
                  </a:extLst>
                </a:gridCol>
                <a:gridCol w="2757171">
                  <a:extLst>
                    <a:ext uri="{9D8B030D-6E8A-4147-A177-3AD203B41FA5}">
                      <a16:colId xmlns:a16="http://schemas.microsoft.com/office/drawing/2014/main" val="3421682173"/>
                    </a:ext>
                  </a:extLst>
                </a:gridCol>
              </a:tblGrid>
              <a:tr h="2178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Study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Contribution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Limitation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15231175"/>
                  </a:ext>
                </a:extLst>
              </a:tr>
              <a:tr h="67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Moodle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Open-source, modular architecture, extensive question bank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manual RTL configuration, complex localization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641173112"/>
                  </a:ext>
                </a:extLst>
              </a:tr>
              <a:tr h="4470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Open edX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Microservices architecture, advanced analytics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setup, Arabic needs additional configuration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4249726134"/>
                  </a:ext>
                </a:extLst>
              </a:tr>
              <a:tr h="4470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Canvas LMS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Intuitive UX, cloud-native, mobile-responsive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 SaaS, vendor-locked, limited customization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25118196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E5FED9-72C2-4E11-A268-600BF79981EC}"/>
              </a:ext>
            </a:extLst>
          </p:cNvPr>
          <p:cNvSpPr txBox="1"/>
          <p:nvPr/>
        </p:nvSpPr>
        <p:spPr>
          <a:xfrm>
            <a:off x="1974293" y="3945719"/>
            <a:ext cx="82434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000" dirty="0"/>
              <a:t>1. Research Gap:</a:t>
            </a:r>
          </a:p>
          <a:p>
            <a:pPr algn="ctr" rtl="0"/>
            <a:r>
              <a:rPr lang="en-US" sz="2000" dirty="0"/>
              <a:t>No existing system provides native Arabic RTL support from inception with zero localization overhead tailored for Syrian academic regulations.</a:t>
            </a:r>
          </a:p>
          <a:p>
            <a:pPr algn="l" rtl="0"/>
            <a:r>
              <a:rPr lang="en-US" sz="2000" dirty="0"/>
              <a:t>2. Our Innovation:</a:t>
            </a:r>
          </a:p>
          <a:p>
            <a:pPr algn="ctr" rtl="0"/>
            <a:r>
              <a:rPr lang="en-US" sz="2000" dirty="0"/>
              <a:t>Localization-first design with culturally-aligned workflows, zero-cost deployment, and integrated certificate/approval mechanisms.</a:t>
            </a:r>
            <a:endParaRPr lang="ar-AE" sz="2000" dirty="0"/>
          </a:p>
        </p:txBody>
      </p:sp>
    </p:spTree>
    <p:extLst>
      <p:ext uri="{BB962C8B-B14F-4D97-AF65-F5344CB8AC3E}">
        <p14:creationId xmlns:p14="http://schemas.microsoft.com/office/powerpoint/2010/main" val="152232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40D8-1F9B-1FBD-A99F-5F141309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1">
            <a:extLst>
              <a:ext uri="{FF2B5EF4-FFF2-40B4-BE49-F238E27FC236}">
                <a16:creationId xmlns:a16="http://schemas.microsoft.com/office/drawing/2014/main" id="{D5519EB6-9C27-4743-9A44-B8CEF8DA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99" y="180976"/>
            <a:ext cx="8991600" cy="580103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Development Methodology &amp; Project Plan</a:t>
            </a:r>
            <a:endParaRPr lang="ar-A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DF193-0C48-4B71-B76B-DA2210A7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2232660"/>
            <a:ext cx="11643360" cy="4625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7A0995-1F86-42B8-9180-47BA9AD1E357}"/>
              </a:ext>
            </a:extLst>
          </p:cNvPr>
          <p:cNvSpPr txBox="1"/>
          <p:nvPr/>
        </p:nvSpPr>
        <p:spPr>
          <a:xfrm>
            <a:off x="274319" y="9428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Methodology: Incremental Development Model</a:t>
            </a:r>
            <a:endParaRPr lang="ar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5E7A2C-00E0-44B9-B231-E2E9C8074161}"/>
              </a:ext>
            </a:extLst>
          </p:cNvPr>
          <p:cNvSpPr txBox="1"/>
          <p:nvPr/>
        </p:nvSpPr>
        <p:spPr>
          <a:xfrm>
            <a:off x="274319" y="15877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Tools: GitHub, Trello, Visual Studio Code, draw.io</a:t>
            </a:r>
          </a:p>
        </p:txBody>
      </p:sp>
    </p:spTree>
    <p:extLst>
      <p:ext uri="{BB962C8B-B14F-4D97-AF65-F5344CB8AC3E}">
        <p14:creationId xmlns:p14="http://schemas.microsoft.com/office/powerpoint/2010/main" val="3852139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1D41-3F7B-EE79-57BB-ABD65312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2730B18-4F8D-266B-07DA-108EDEE8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508" y="140121"/>
            <a:ext cx="7478980" cy="564730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Key Requirements</a:t>
            </a:r>
            <a:endParaRPr lang="ar-AE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C10F9A9-F44C-46F3-BDBB-05A33BFCB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8482194"/>
              </p:ext>
            </p:extLst>
          </p:nvPr>
        </p:nvGraphicFramePr>
        <p:xfrm>
          <a:off x="2" y="1628773"/>
          <a:ext cx="4118905" cy="436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BA98D0A-7949-4B37-B090-F93E3AFC54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225928"/>
              </p:ext>
            </p:extLst>
          </p:nvPr>
        </p:nvGraphicFramePr>
        <p:xfrm>
          <a:off x="4067832" y="1628773"/>
          <a:ext cx="4118905" cy="436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34ACB2E-01E3-4CCA-93DF-B969A0885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6970956"/>
              </p:ext>
            </p:extLst>
          </p:nvPr>
        </p:nvGraphicFramePr>
        <p:xfrm>
          <a:off x="8073094" y="1628774"/>
          <a:ext cx="4118906" cy="4366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372186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DCDF-F950-617B-597D-50D86E1D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7878A8-EBFF-9D23-F703-966F7A7D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7" y="306105"/>
            <a:ext cx="9153940" cy="667289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Project Use Case Diagram</a:t>
            </a:r>
            <a:endParaRPr lang="ar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E61DB-5DBE-4695-B441-C6C2F185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74" y="1200454"/>
            <a:ext cx="5996851" cy="56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18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315937"/>
            <a:ext cx="4172565" cy="714992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Sequence Diagram</a:t>
            </a:r>
            <a:endParaRPr lang="ar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49121-5A89-42E5-83DB-5F17B8008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75" y="1674788"/>
            <a:ext cx="56578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92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5A7F-B3EE-E189-B7E1-C9E6E977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عنوان 1">
            <a:extLst>
              <a:ext uri="{FF2B5EF4-FFF2-40B4-BE49-F238E27FC236}">
                <a16:creationId xmlns:a16="http://schemas.microsoft.com/office/drawing/2014/main" id="{7035134A-C8B4-4AEB-3928-552DE7D9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42" y="297771"/>
            <a:ext cx="4686915" cy="735899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System Architecture</a:t>
            </a:r>
            <a:endParaRPr lang="ar-AE" dirty="0"/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E59A7696-F5A3-E60E-F216-6616CDEBB41C}"/>
              </a:ext>
            </a:extLst>
          </p:cNvPr>
          <p:cNvSpPr txBox="1"/>
          <p:nvPr/>
        </p:nvSpPr>
        <p:spPr>
          <a:xfrm>
            <a:off x="94206" y="1539262"/>
            <a:ext cx="12097794" cy="88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Low" rtl="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Client: The device that sends requests to the server. can be a computer, a smartphone, or any other network-connected device.</a:t>
            </a:r>
          </a:p>
          <a:p>
            <a:pPr marL="342900" lvl="0" indent="-342900" algn="justLow" rtl="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Simplified Arabic" panose="02020603050405020304" pitchFamily="18" charset="-78"/>
              </a:rPr>
              <a:t>Server: This is the device that receives requests from clients, processes them, and sends the required response.</a:t>
            </a:r>
          </a:p>
        </p:txBody>
      </p:sp>
      <p:pic>
        <p:nvPicPr>
          <p:cNvPr id="1026" name="Picture 2" descr="MVT architecture diagram showing how data flows between client and server">
            <a:extLst>
              <a:ext uri="{FF2B5EF4-FFF2-40B4-BE49-F238E27FC236}">
                <a16:creationId xmlns:a16="http://schemas.microsoft.com/office/drawing/2014/main" id="{04A41FD0-9027-4F9B-A385-3BED2F10C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156" y="2934200"/>
            <a:ext cx="8257688" cy="392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561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635" y="315937"/>
            <a:ext cx="4172565" cy="714992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ERD</a:t>
            </a:r>
            <a:endParaRPr lang="ar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BBE4D-ADB4-4E2E-99A2-A7FC8C4FF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404" y="1690687"/>
            <a:ext cx="5915025" cy="460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51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67" y="182587"/>
            <a:ext cx="4210665" cy="34128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Interfaces Diagram</a:t>
            </a:r>
            <a:endParaRPr lang="ar-AE" dirty="0"/>
          </a:p>
        </p:txBody>
      </p:sp>
      <p:graphicFrame>
        <p:nvGraphicFramePr>
          <p:cNvPr id="6" name="رسم تخطيطي 2">
            <a:extLst>
              <a:ext uri="{FF2B5EF4-FFF2-40B4-BE49-F238E27FC236}">
                <a16:creationId xmlns:a16="http://schemas.microsoft.com/office/drawing/2014/main" id="{42933B0D-81D9-44C2-A082-C74157BD8C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537756"/>
              </p:ext>
            </p:extLst>
          </p:nvPr>
        </p:nvGraphicFramePr>
        <p:xfrm>
          <a:off x="0" y="1641988"/>
          <a:ext cx="12191999" cy="5216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67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67" y="182587"/>
            <a:ext cx="4210665" cy="34128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Test Cases</a:t>
            </a:r>
            <a:endParaRPr lang="ar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46A35A-280D-49FB-AC2D-0569CAC2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31620"/>
              </p:ext>
            </p:extLst>
          </p:nvPr>
        </p:nvGraphicFramePr>
        <p:xfrm>
          <a:off x="193039" y="835660"/>
          <a:ext cx="11805920" cy="5704460"/>
        </p:xfrm>
        <a:graphic>
          <a:graphicData uri="http://schemas.openxmlformats.org/drawingml/2006/table">
            <a:tbl>
              <a:tblPr rtl="1" firstRow="1" firstCol="1" bandRow="1"/>
              <a:tblGrid>
                <a:gridCol w="1165271">
                  <a:extLst>
                    <a:ext uri="{9D8B030D-6E8A-4147-A177-3AD203B41FA5}">
                      <a16:colId xmlns:a16="http://schemas.microsoft.com/office/drawing/2014/main" val="548249331"/>
                    </a:ext>
                  </a:extLst>
                </a:gridCol>
                <a:gridCol w="1745184">
                  <a:extLst>
                    <a:ext uri="{9D8B030D-6E8A-4147-A177-3AD203B41FA5}">
                      <a16:colId xmlns:a16="http://schemas.microsoft.com/office/drawing/2014/main" val="2830542759"/>
                    </a:ext>
                  </a:extLst>
                </a:gridCol>
                <a:gridCol w="1745184">
                  <a:extLst>
                    <a:ext uri="{9D8B030D-6E8A-4147-A177-3AD203B41FA5}">
                      <a16:colId xmlns:a16="http://schemas.microsoft.com/office/drawing/2014/main" val="2324685967"/>
                    </a:ext>
                  </a:extLst>
                </a:gridCol>
                <a:gridCol w="2520648">
                  <a:extLst>
                    <a:ext uri="{9D8B030D-6E8A-4147-A177-3AD203B41FA5}">
                      <a16:colId xmlns:a16="http://schemas.microsoft.com/office/drawing/2014/main" val="3134516065"/>
                    </a:ext>
                  </a:extLst>
                </a:gridCol>
                <a:gridCol w="1743810">
                  <a:extLst>
                    <a:ext uri="{9D8B030D-6E8A-4147-A177-3AD203B41FA5}">
                      <a16:colId xmlns:a16="http://schemas.microsoft.com/office/drawing/2014/main" val="380848738"/>
                    </a:ext>
                  </a:extLst>
                </a:gridCol>
                <a:gridCol w="1939380">
                  <a:extLst>
                    <a:ext uri="{9D8B030D-6E8A-4147-A177-3AD203B41FA5}">
                      <a16:colId xmlns:a16="http://schemas.microsoft.com/office/drawing/2014/main" val="2617358506"/>
                    </a:ext>
                  </a:extLst>
                </a:gridCol>
                <a:gridCol w="946443">
                  <a:extLst>
                    <a:ext uri="{9D8B030D-6E8A-4147-A177-3AD203B41FA5}">
                      <a16:colId xmlns:a16="http://schemas.microsoft.com/office/drawing/2014/main" val="1849184377"/>
                    </a:ext>
                  </a:extLst>
                </a:gridCol>
              </a:tblGrid>
              <a:tr h="171655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Simplified Arabic" panose="02020603050405020304" pitchFamily="18" charset="-78"/>
                        </a:rPr>
                        <a:t>Status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Simplified Arabic" panose="02020603050405020304" pitchFamily="18" charset="-78"/>
                        </a:rPr>
                        <a:t>Expected Result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Simplified Arabic" panose="02020603050405020304" pitchFamily="18" charset="-78"/>
                        </a:rPr>
                        <a:t>Test Data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Test Steps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Simplified Arabic" panose="02020603050405020304" pitchFamily="18" charset="-78"/>
                        </a:rPr>
                        <a:t>Pre-Conditions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Simplified Arabic" panose="02020603050405020304" pitchFamily="18" charset="-78"/>
                        </a:rPr>
                        <a:t>Description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Simplified Arabic" panose="02020603050405020304" pitchFamily="18" charset="-78"/>
                        </a:rPr>
                        <a:t>ID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76975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Login successful, control panel appears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Email: ad@admin.com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Password: admin123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Navigate to the Sign-in page.</a:t>
                      </a:r>
                      <a:b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 Enter email and password.</a:t>
                      </a:r>
                      <a:b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 Click "Sign In".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has a valid account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Log in using the correct details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477545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Error message appears: "Email or password is incorrect</a:t>
                      </a:r>
                      <a:r>
                        <a:rPr lang="ar-SA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"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Email: ad@admin.com</a:t>
                      </a:r>
                      <a:b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</a:b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Password: </a:t>
                      </a:r>
                      <a:r>
                        <a:rPr lang="en-US" sz="1100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WrongPass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Navigate to the Sign-in page.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 Enter email and password.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 Click "Sign In".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has a valid account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Logging in using incorrect data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595726"/>
                  </a:ext>
                </a:extLst>
              </a:tr>
              <a:tr h="714168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Profile updated successfully. Success message displayed.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Admin &gt;&gt; ad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Go to "My Account".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 Edit profile details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 Click "Save Changes".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is logged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Personal account modification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20949"/>
                  </a:ext>
                </a:extLst>
              </a:tr>
              <a:tr h="714168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details (Name, Email, Role) are displayed correctly.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Navigate to "My Account" page.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is logged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personal account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14423"/>
                  </a:ext>
                </a:extLst>
              </a:tr>
              <a:tr h="53362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List of all users is displayed with pagination.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Navigate to "Users Management".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Admin is logged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the list of users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45167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status updated to Blocked.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ID: U-102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Select a user from the list.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 Change status to "Blocked".</a:t>
                      </a:r>
                      <a:b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 Save.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Admin is logged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Manage the accounts of all users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80077"/>
                  </a:ext>
                </a:extLst>
              </a:tr>
              <a:tr h="533629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List of available courses is displayed.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Navigate to "Courses" section.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is logged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the list of courses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000162"/>
                  </a:ext>
                </a:extLst>
              </a:tr>
              <a:tr h="353090"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done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List of available tests is displayed.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 Navigate to "Tests" section.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 is logged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the list of tests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TC-8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995" marR="8995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485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36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667" y="182587"/>
            <a:ext cx="4210665" cy="34128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RTM</a:t>
            </a:r>
            <a:endParaRPr lang="ar-A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AEF30B-5D2A-4928-9A35-7303B0CD4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35871"/>
              </p:ext>
            </p:extLst>
          </p:nvPr>
        </p:nvGraphicFramePr>
        <p:xfrm>
          <a:off x="1485899" y="1143001"/>
          <a:ext cx="9220201" cy="5133978"/>
        </p:xfrm>
        <a:graphic>
          <a:graphicData uri="http://schemas.openxmlformats.org/drawingml/2006/table">
            <a:tbl>
              <a:tblPr rtl="1" firstRow="1" firstCol="1" bandRow="1"/>
              <a:tblGrid>
                <a:gridCol w="918523">
                  <a:extLst>
                    <a:ext uri="{9D8B030D-6E8A-4147-A177-3AD203B41FA5}">
                      <a16:colId xmlns:a16="http://schemas.microsoft.com/office/drawing/2014/main" val="3631606919"/>
                    </a:ext>
                  </a:extLst>
                </a:gridCol>
                <a:gridCol w="1130407">
                  <a:extLst>
                    <a:ext uri="{9D8B030D-6E8A-4147-A177-3AD203B41FA5}">
                      <a16:colId xmlns:a16="http://schemas.microsoft.com/office/drawing/2014/main" val="405829905"/>
                    </a:ext>
                  </a:extLst>
                </a:gridCol>
                <a:gridCol w="824600">
                  <a:extLst>
                    <a:ext uri="{9D8B030D-6E8A-4147-A177-3AD203B41FA5}">
                      <a16:colId xmlns:a16="http://schemas.microsoft.com/office/drawing/2014/main" val="1283864320"/>
                    </a:ext>
                  </a:extLst>
                </a:gridCol>
                <a:gridCol w="1596770">
                  <a:extLst>
                    <a:ext uri="{9D8B030D-6E8A-4147-A177-3AD203B41FA5}">
                      <a16:colId xmlns:a16="http://schemas.microsoft.com/office/drawing/2014/main" val="4246670845"/>
                    </a:ext>
                  </a:extLst>
                </a:gridCol>
                <a:gridCol w="1499567">
                  <a:extLst>
                    <a:ext uri="{9D8B030D-6E8A-4147-A177-3AD203B41FA5}">
                      <a16:colId xmlns:a16="http://schemas.microsoft.com/office/drawing/2014/main" val="4029574835"/>
                    </a:ext>
                  </a:extLst>
                </a:gridCol>
                <a:gridCol w="2166889">
                  <a:extLst>
                    <a:ext uri="{9D8B030D-6E8A-4147-A177-3AD203B41FA5}">
                      <a16:colId xmlns:a16="http://schemas.microsoft.com/office/drawing/2014/main" val="135066648"/>
                    </a:ext>
                  </a:extLst>
                </a:gridCol>
                <a:gridCol w="1083445">
                  <a:extLst>
                    <a:ext uri="{9D8B030D-6E8A-4147-A177-3AD203B41FA5}">
                      <a16:colId xmlns:a16="http://schemas.microsoft.com/office/drawing/2014/main" val="2879338930"/>
                    </a:ext>
                  </a:extLst>
                </a:gridCol>
              </a:tblGrid>
              <a:tr h="428688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System Test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Detailed Design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High Level Design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SRS Section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Associated Dependency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Title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b="1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ID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679594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TC-1, TC-2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Login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Sign in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785356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Edit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Personal account modification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65779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personal account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958741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the list of users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216185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Edit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Manage the accounts of all users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68145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the list of courses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710168"/>
                  </a:ext>
                </a:extLst>
              </a:tr>
              <a:tr h="583174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TC-8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the list of tests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869215"/>
                  </a:ext>
                </a:extLst>
              </a:tr>
              <a:tr h="623072"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2F5496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TC-9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sequence-10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u="sng" kern="100">
                          <a:solidFill>
                            <a:srgbClr val="4472C4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activity-10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Requirements modeling and analysis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View statistics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 dirty="0">
                          <a:solidFill>
                            <a:srgbClr val="19197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plified Arabic" panose="02020603050405020304" pitchFamily="18" charset="-78"/>
                        </a:rPr>
                        <a:t>REQ-008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952" marR="14952" marT="0" marB="0" anchor="ctr">
                    <a:lnL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601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60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491" y="315937"/>
            <a:ext cx="8425017" cy="85563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Comparative Analysis &amp; Objectives Met</a:t>
            </a:r>
            <a:endParaRPr lang="ar-AE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945544-93BB-4699-B01F-E7B4AFFB0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201638"/>
              </p:ext>
            </p:extLst>
          </p:nvPr>
        </p:nvGraphicFramePr>
        <p:xfrm>
          <a:off x="1883491" y="2218016"/>
          <a:ext cx="8243414" cy="2296534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188065">
                  <a:extLst>
                    <a:ext uri="{9D8B030D-6E8A-4147-A177-3AD203B41FA5}">
                      <a16:colId xmlns:a16="http://schemas.microsoft.com/office/drawing/2014/main" val="3413263391"/>
                    </a:ext>
                  </a:extLst>
                </a:gridCol>
                <a:gridCol w="2099199">
                  <a:extLst>
                    <a:ext uri="{9D8B030D-6E8A-4147-A177-3AD203B41FA5}">
                      <a16:colId xmlns:a16="http://schemas.microsoft.com/office/drawing/2014/main" val="269650970"/>
                    </a:ext>
                  </a:extLst>
                </a:gridCol>
                <a:gridCol w="1652050">
                  <a:extLst>
                    <a:ext uri="{9D8B030D-6E8A-4147-A177-3AD203B41FA5}">
                      <a16:colId xmlns:a16="http://schemas.microsoft.com/office/drawing/2014/main" val="3421682173"/>
                    </a:ext>
                  </a:extLst>
                </a:gridCol>
                <a:gridCol w="1652050">
                  <a:extLst>
                    <a:ext uri="{9D8B030D-6E8A-4147-A177-3AD203B41FA5}">
                      <a16:colId xmlns:a16="http://schemas.microsoft.com/office/drawing/2014/main" val="1419605585"/>
                    </a:ext>
                  </a:extLst>
                </a:gridCol>
                <a:gridCol w="1652050">
                  <a:extLst>
                    <a:ext uri="{9D8B030D-6E8A-4147-A177-3AD203B41FA5}">
                      <a16:colId xmlns:a16="http://schemas.microsoft.com/office/drawing/2014/main" val="68127206"/>
                    </a:ext>
                  </a:extLst>
                </a:gridCol>
              </a:tblGrid>
              <a:tr h="21789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Localization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Time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Ease of Use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15231175"/>
                  </a:ext>
                </a:extLst>
              </a:tr>
              <a:tr h="6762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Moodle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 RTL config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 (hosting cost)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2.1s</a:t>
                      </a: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Moderate</a:t>
                      </a: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641173112"/>
                  </a:ext>
                </a:extLst>
              </a:tr>
              <a:tr h="4470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Open edX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setup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 (high infra)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2.8s</a:t>
                      </a: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Complex</a:t>
                      </a: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4249726134"/>
                  </a:ext>
                </a:extLst>
              </a:tr>
              <a:tr h="4470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Canvas LMS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customization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$/user/month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1.5s</a:t>
                      </a: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Easy</a:t>
                      </a: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2511819648"/>
                  </a:ext>
                </a:extLst>
              </a:tr>
              <a:tr h="4470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plified Arabic" panose="02020603050405020304" pitchFamily="18" charset="-78"/>
                        </a:rPr>
                        <a:t>Our System</a:t>
                      </a: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Native Arabic RTL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Simplified Arabic" panose="02020603050405020304" pitchFamily="18" charset="-78"/>
                      </a:endParaRPr>
                    </a:p>
                  </a:txBody>
                  <a:tcPr marL="20505" marR="20505" marT="0" marB="0" anchor="ctr"/>
                </a:tc>
                <a:extLst>
                  <a:ext uri="{0D108BD9-81ED-4DB2-BD59-A6C34878D82A}">
                    <a16:rowId xmlns:a16="http://schemas.microsoft.com/office/drawing/2014/main" val="422178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465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D5F9-4682-4524-16E9-49A3B5F6C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70B57E-F4F5-1C83-EC92-F29A0A67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491" y="315937"/>
            <a:ext cx="8425017" cy="855638"/>
          </a:xfrm>
          <a:prstGeom prst="bracketPai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Future Work</a:t>
            </a:r>
            <a:endParaRPr lang="ar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CED40-6D91-4D4D-A4D5-00713E6DE0A7}"/>
              </a:ext>
            </a:extLst>
          </p:cNvPr>
          <p:cNvSpPr txBox="1"/>
          <p:nvPr/>
        </p:nvSpPr>
        <p:spPr>
          <a:xfrm>
            <a:off x="2066924" y="2771686"/>
            <a:ext cx="80581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400" dirty="0"/>
              <a:t>Integrate AI-driven course recommendations (NLP-based)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400" dirty="0"/>
              <a:t>Develop mobile application (React Native/Flutter)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400" dirty="0"/>
              <a:t>Add real-time analytics dashboard with predictive modeling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2400" dirty="0"/>
              <a:t>Implement LTI compliance for third-party tool integration</a:t>
            </a:r>
            <a:endParaRPr lang="ar-AE" sz="2400" dirty="0"/>
          </a:p>
        </p:txBody>
      </p:sp>
    </p:spTree>
    <p:extLst>
      <p:ext uri="{BB962C8B-B14F-4D97-AF65-F5344CB8AC3E}">
        <p14:creationId xmlns:p14="http://schemas.microsoft.com/office/powerpoint/2010/main" val="269771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1254</TotalTime>
  <Words>970</Words>
  <Application>Microsoft Office PowerPoint</Application>
  <PresentationFormat>Widescreen</PresentationFormat>
  <Paragraphs>260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نسق Office</vt:lpstr>
      <vt:lpstr>PowerPoint Presentation</vt:lpstr>
      <vt:lpstr>Abstract</vt:lpstr>
      <vt:lpstr>Problem Statement &amp; Objectives</vt:lpstr>
      <vt:lpstr>Scope, Constraints &amp; Assumptions</vt:lpstr>
      <vt:lpstr>Related Work &amp; Research Gap</vt:lpstr>
      <vt:lpstr>Development Methodology &amp; Project Plan</vt:lpstr>
      <vt:lpstr>Key Requirements</vt:lpstr>
      <vt:lpstr>Project Use Case Diagram</vt:lpstr>
      <vt:lpstr>Sequence Diagram</vt:lpstr>
      <vt:lpstr>System Architecture</vt:lpstr>
      <vt:lpstr>ERD</vt:lpstr>
      <vt:lpstr>Interfaces Diagram</vt:lpstr>
      <vt:lpstr>Test Cases</vt:lpstr>
      <vt:lpstr>RTM</vt:lpstr>
      <vt:lpstr>Comparative Analysis &amp; Objectives Met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belal haidar</dc:creator>
  <cp:lastModifiedBy>belal haidar</cp:lastModifiedBy>
  <cp:revision>823</cp:revision>
  <dcterms:created xsi:type="dcterms:W3CDTF">2024-04-25T09:30:05Z</dcterms:created>
  <dcterms:modified xsi:type="dcterms:W3CDTF">2026-05-27T08:56:25Z</dcterms:modified>
</cp:coreProperties>
</file>