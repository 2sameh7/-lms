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1"/>
  </p:notesMasterIdLst>
  <p:sldIdLst>
    <p:sldId id="256" r:id="rId2"/>
    <p:sldId id="394" r:id="rId3"/>
    <p:sldId id="352" r:id="rId4"/>
    <p:sldId id="384" r:id="rId5"/>
    <p:sldId id="378" r:id="rId6"/>
    <p:sldId id="385" r:id="rId7"/>
    <p:sldId id="351" r:id="rId8"/>
    <p:sldId id="354" r:id="rId9"/>
    <p:sldId id="376" r:id="rId10"/>
    <p:sldId id="379" r:id="rId11"/>
    <p:sldId id="39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</p:sldIdLst>
  <p:sldSz cx="12192000" cy="6858000"/>
  <p:notesSz cx="6858000" cy="9144000"/>
  <p:defaultTextStyle>
    <a:defPPr>
      <a:defRPr lang="ar-A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النمط المتوسط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النمط المتوسط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نمط فاتح 3 - تميي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نمط متوسط 1 - تميي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نمط فاتح 2 - تميي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نمط متوسط 1 - تميي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364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10407E-872E-4321-A66C-F2871141D45D}" type="doc">
      <dgm:prSet loTypeId="urn:microsoft.com/office/officeart/2005/8/layout/cycle2" loCatId="cycle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ar-AE"/>
        </a:p>
      </dgm:t>
    </dgm:pt>
    <dgm:pt modelId="{6CC9EBD1-B30B-4FB1-AB0B-A73C4864440C}">
      <dgm:prSet phldrT="[Text]"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interactive virtual environment </a:t>
          </a:r>
          <a:endParaRPr lang="ar-AE" dirty="0"/>
        </a:p>
      </dgm:t>
    </dgm:pt>
    <dgm:pt modelId="{B51CE64D-8C00-4630-9AEB-1B96ED84CCF5}" type="parTrans" cxnId="{5E19F598-8769-4E0D-8BE0-21CDB37714FE}">
      <dgm:prSet/>
      <dgm:spPr/>
      <dgm:t>
        <a:bodyPr/>
        <a:lstStyle/>
        <a:p>
          <a:pPr rtl="1"/>
          <a:endParaRPr lang="ar-AE"/>
        </a:p>
      </dgm:t>
    </dgm:pt>
    <dgm:pt modelId="{518075C4-E21D-4FC9-AD04-39BA8EF93A33}" type="sibTrans" cxnId="{5E19F598-8769-4E0D-8BE0-21CDB37714FE}">
      <dgm:prSet/>
      <dgm:spPr/>
      <dgm:t>
        <a:bodyPr/>
        <a:lstStyle/>
        <a:p>
          <a:pPr rtl="1"/>
          <a:endParaRPr lang="ar-AE"/>
        </a:p>
      </dgm:t>
    </dgm:pt>
    <dgm:pt modelId="{DE6E8567-D3AD-400B-8957-F27B543E7491}">
      <dgm:prSet phldrT="[Text]"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access study materials</a:t>
          </a:r>
          <a:endParaRPr lang="ar-AE" dirty="0"/>
        </a:p>
      </dgm:t>
    </dgm:pt>
    <dgm:pt modelId="{8D0AE8FB-021C-4E10-8172-E431FD5163ED}" type="parTrans" cxnId="{44615D1B-602D-4B91-BA0E-48EE84D28B97}">
      <dgm:prSet/>
      <dgm:spPr/>
      <dgm:t>
        <a:bodyPr/>
        <a:lstStyle/>
        <a:p>
          <a:pPr rtl="1"/>
          <a:endParaRPr lang="ar-AE"/>
        </a:p>
      </dgm:t>
    </dgm:pt>
    <dgm:pt modelId="{17707AD2-6FA6-4BB5-A1B0-9663A0F64AD9}" type="sibTrans" cxnId="{44615D1B-602D-4B91-BA0E-48EE84D28B97}">
      <dgm:prSet/>
      <dgm:spPr/>
      <dgm:t>
        <a:bodyPr/>
        <a:lstStyle/>
        <a:p>
          <a:pPr rtl="1"/>
          <a:endParaRPr lang="ar-AE"/>
        </a:p>
      </dgm:t>
    </dgm:pt>
    <dgm:pt modelId="{DCC66304-9752-492C-8AC2-76AE1B08A896}">
      <dgm:prSet phldrT="[Text]"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Simplify registration procedures </a:t>
          </a:r>
          <a:endParaRPr lang="ar-AE" dirty="0"/>
        </a:p>
      </dgm:t>
    </dgm:pt>
    <dgm:pt modelId="{DFFA3BEB-6FD4-44A9-B18A-F73490B178CF}" type="parTrans" cxnId="{5AFE6D44-C1D9-4814-8599-E611B5BE2FF6}">
      <dgm:prSet/>
      <dgm:spPr/>
      <dgm:t>
        <a:bodyPr/>
        <a:lstStyle/>
        <a:p>
          <a:pPr rtl="1"/>
          <a:endParaRPr lang="ar-AE"/>
        </a:p>
      </dgm:t>
    </dgm:pt>
    <dgm:pt modelId="{128135CC-2526-47D5-8AF2-74EC3C854DD9}" type="sibTrans" cxnId="{5AFE6D44-C1D9-4814-8599-E611B5BE2FF6}">
      <dgm:prSet/>
      <dgm:spPr/>
      <dgm:t>
        <a:bodyPr/>
        <a:lstStyle/>
        <a:p>
          <a:pPr rtl="1"/>
          <a:endParaRPr lang="ar-AE"/>
        </a:p>
      </dgm:t>
    </dgm:pt>
    <dgm:pt modelId="{FBAD658A-78D7-4E7F-890E-C3717E8145CF}">
      <dgm:prSet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Applying software engineering principles </a:t>
          </a:r>
        </a:p>
      </dgm:t>
    </dgm:pt>
    <dgm:pt modelId="{9AD6C26C-CBA6-4FDC-8369-1841C170B6C5}" type="parTrans" cxnId="{E7A45512-47C4-4EBD-AFF1-171CF2657A08}">
      <dgm:prSet/>
      <dgm:spPr/>
      <dgm:t>
        <a:bodyPr/>
        <a:lstStyle/>
        <a:p>
          <a:pPr rtl="1"/>
          <a:endParaRPr lang="ar-AE"/>
        </a:p>
      </dgm:t>
    </dgm:pt>
    <dgm:pt modelId="{4680FB61-4902-4FA1-82EF-CABEE5DA2C57}" type="sibTrans" cxnId="{E7A45512-47C4-4EBD-AFF1-171CF2657A08}">
      <dgm:prSet/>
      <dgm:spPr/>
      <dgm:t>
        <a:bodyPr/>
        <a:lstStyle/>
        <a:p>
          <a:pPr rtl="1"/>
          <a:endParaRPr lang="ar-AE"/>
        </a:p>
      </dgm:t>
    </dgm:pt>
    <dgm:pt modelId="{68E747EF-8FF5-40CA-9461-CE076AA025FE}" type="pres">
      <dgm:prSet presAssocID="{D710407E-872E-4321-A66C-F2871141D45D}" presName="cycle" presStyleCnt="0">
        <dgm:presLayoutVars>
          <dgm:dir/>
          <dgm:resizeHandles val="exact"/>
        </dgm:presLayoutVars>
      </dgm:prSet>
      <dgm:spPr/>
    </dgm:pt>
    <dgm:pt modelId="{C949AB57-7918-4C81-B7E7-C4450E5D27AD}" type="pres">
      <dgm:prSet presAssocID="{6CC9EBD1-B30B-4FB1-AB0B-A73C4864440C}" presName="node" presStyleLbl="node1" presStyleIdx="0" presStyleCnt="4">
        <dgm:presLayoutVars>
          <dgm:bulletEnabled val="1"/>
        </dgm:presLayoutVars>
      </dgm:prSet>
      <dgm:spPr/>
    </dgm:pt>
    <dgm:pt modelId="{2D6C9BA2-DABE-4846-B4C0-C2C3D91BABF3}" type="pres">
      <dgm:prSet presAssocID="{518075C4-E21D-4FC9-AD04-39BA8EF93A33}" presName="sibTrans" presStyleLbl="sibTrans2D1" presStyleIdx="0" presStyleCnt="4"/>
      <dgm:spPr/>
    </dgm:pt>
    <dgm:pt modelId="{585054C6-439D-4FEC-BC9F-BCCC99788DE6}" type="pres">
      <dgm:prSet presAssocID="{518075C4-E21D-4FC9-AD04-39BA8EF93A33}" presName="connectorText" presStyleLbl="sibTrans2D1" presStyleIdx="0" presStyleCnt="4"/>
      <dgm:spPr/>
    </dgm:pt>
    <dgm:pt modelId="{AAC5D61C-4E7C-4BA4-B305-FEF5CD594EF2}" type="pres">
      <dgm:prSet presAssocID="{DE6E8567-D3AD-400B-8957-F27B543E7491}" presName="node" presStyleLbl="node1" presStyleIdx="1" presStyleCnt="4">
        <dgm:presLayoutVars>
          <dgm:bulletEnabled val="1"/>
        </dgm:presLayoutVars>
      </dgm:prSet>
      <dgm:spPr/>
    </dgm:pt>
    <dgm:pt modelId="{3C7148D2-09BF-422B-8B41-5D4B8BB97FA2}" type="pres">
      <dgm:prSet presAssocID="{17707AD2-6FA6-4BB5-A1B0-9663A0F64AD9}" presName="sibTrans" presStyleLbl="sibTrans2D1" presStyleIdx="1" presStyleCnt="4"/>
      <dgm:spPr/>
    </dgm:pt>
    <dgm:pt modelId="{464AF4E4-54D1-4691-849D-D21E727630C1}" type="pres">
      <dgm:prSet presAssocID="{17707AD2-6FA6-4BB5-A1B0-9663A0F64AD9}" presName="connectorText" presStyleLbl="sibTrans2D1" presStyleIdx="1" presStyleCnt="4"/>
      <dgm:spPr/>
    </dgm:pt>
    <dgm:pt modelId="{B70C1146-B8CA-4EDA-A9CA-B237DD139A89}" type="pres">
      <dgm:prSet presAssocID="{DCC66304-9752-492C-8AC2-76AE1B08A896}" presName="node" presStyleLbl="node1" presStyleIdx="2" presStyleCnt="4">
        <dgm:presLayoutVars>
          <dgm:bulletEnabled val="1"/>
        </dgm:presLayoutVars>
      </dgm:prSet>
      <dgm:spPr/>
    </dgm:pt>
    <dgm:pt modelId="{E01C0EDE-9AAE-42A4-868F-431A1BF229D9}" type="pres">
      <dgm:prSet presAssocID="{128135CC-2526-47D5-8AF2-74EC3C854DD9}" presName="sibTrans" presStyleLbl="sibTrans2D1" presStyleIdx="2" presStyleCnt="4"/>
      <dgm:spPr/>
    </dgm:pt>
    <dgm:pt modelId="{9924D7A1-B183-4E8B-B969-FD521CA1361E}" type="pres">
      <dgm:prSet presAssocID="{128135CC-2526-47D5-8AF2-74EC3C854DD9}" presName="connectorText" presStyleLbl="sibTrans2D1" presStyleIdx="2" presStyleCnt="4"/>
      <dgm:spPr/>
    </dgm:pt>
    <dgm:pt modelId="{A8638C0F-B9CF-49F0-96FA-A06B6B6F3F31}" type="pres">
      <dgm:prSet presAssocID="{FBAD658A-78D7-4E7F-890E-C3717E8145CF}" presName="node" presStyleLbl="node1" presStyleIdx="3" presStyleCnt="4">
        <dgm:presLayoutVars>
          <dgm:bulletEnabled val="1"/>
        </dgm:presLayoutVars>
      </dgm:prSet>
      <dgm:spPr/>
    </dgm:pt>
    <dgm:pt modelId="{08D7FEA3-0327-4864-9B19-D8D43A514997}" type="pres">
      <dgm:prSet presAssocID="{4680FB61-4902-4FA1-82EF-CABEE5DA2C57}" presName="sibTrans" presStyleLbl="sibTrans2D1" presStyleIdx="3" presStyleCnt="4"/>
      <dgm:spPr/>
    </dgm:pt>
    <dgm:pt modelId="{582370C0-810E-402B-91A0-4337F2740232}" type="pres">
      <dgm:prSet presAssocID="{4680FB61-4902-4FA1-82EF-CABEE5DA2C57}" presName="connectorText" presStyleLbl="sibTrans2D1" presStyleIdx="3" presStyleCnt="4"/>
      <dgm:spPr/>
    </dgm:pt>
  </dgm:ptLst>
  <dgm:cxnLst>
    <dgm:cxn modelId="{79477D0A-8833-463C-AAC5-8C58511B6AAF}" type="presOf" srcId="{DE6E8567-D3AD-400B-8957-F27B543E7491}" destId="{AAC5D61C-4E7C-4BA4-B305-FEF5CD594EF2}" srcOrd="0" destOrd="0" presId="urn:microsoft.com/office/officeart/2005/8/layout/cycle2"/>
    <dgm:cxn modelId="{5441E110-3976-49D9-8BB4-19B8A75142FA}" type="presOf" srcId="{DCC66304-9752-492C-8AC2-76AE1B08A896}" destId="{B70C1146-B8CA-4EDA-A9CA-B237DD139A89}" srcOrd="0" destOrd="0" presId="urn:microsoft.com/office/officeart/2005/8/layout/cycle2"/>
    <dgm:cxn modelId="{E7A45512-47C4-4EBD-AFF1-171CF2657A08}" srcId="{D710407E-872E-4321-A66C-F2871141D45D}" destId="{FBAD658A-78D7-4E7F-890E-C3717E8145CF}" srcOrd="3" destOrd="0" parTransId="{9AD6C26C-CBA6-4FDC-8369-1841C170B6C5}" sibTransId="{4680FB61-4902-4FA1-82EF-CABEE5DA2C57}"/>
    <dgm:cxn modelId="{44615D1B-602D-4B91-BA0E-48EE84D28B97}" srcId="{D710407E-872E-4321-A66C-F2871141D45D}" destId="{DE6E8567-D3AD-400B-8957-F27B543E7491}" srcOrd="1" destOrd="0" parTransId="{8D0AE8FB-021C-4E10-8172-E431FD5163ED}" sibTransId="{17707AD2-6FA6-4BB5-A1B0-9663A0F64AD9}"/>
    <dgm:cxn modelId="{C318DD2D-4777-4E45-8FE5-1A558321380C}" type="presOf" srcId="{17707AD2-6FA6-4BB5-A1B0-9663A0F64AD9}" destId="{464AF4E4-54D1-4691-849D-D21E727630C1}" srcOrd="1" destOrd="0" presId="urn:microsoft.com/office/officeart/2005/8/layout/cycle2"/>
    <dgm:cxn modelId="{3F908830-D183-4CD6-B1CB-6B084F7891E9}" type="presOf" srcId="{518075C4-E21D-4FC9-AD04-39BA8EF93A33}" destId="{585054C6-439D-4FEC-BC9F-BCCC99788DE6}" srcOrd="1" destOrd="0" presId="urn:microsoft.com/office/officeart/2005/8/layout/cycle2"/>
    <dgm:cxn modelId="{85F83533-8649-4F23-849F-B2800D851E16}" type="presOf" srcId="{6CC9EBD1-B30B-4FB1-AB0B-A73C4864440C}" destId="{C949AB57-7918-4C81-B7E7-C4450E5D27AD}" srcOrd="0" destOrd="0" presId="urn:microsoft.com/office/officeart/2005/8/layout/cycle2"/>
    <dgm:cxn modelId="{821FE736-A244-44D5-A9D8-7F02A5AEAD12}" type="presOf" srcId="{518075C4-E21D-4FC9-AD04-39BA8EF93A33}" destId="{2D6C9BA2-DABE-4846-B4C0-C2C3D91BABF3}" srcOrd="0" destOrd="0" presId="urn:microsoft.com/office/officeart/2005/8/layout/cycle2"/>
    <dgm:cxn modelId="{FD52C95E-BCBF-42CF-8015-DECA7497ADF4}" type="presOf" srcId="{17707AD2-6FA6-4BB5-A1B0-9663A0F64AD9}" destId="{3C7148D2-09BF-422B-8B41-5D4B8BB97FA2}" srcOrd="0" destOrd="0" presId="urn:microsoft.com/office/officeart/2005/8/layout/cycle2"/>
    <dgm:cxn modelId="{5AFE6D44-C1D9-4814-8599-E611B5BE2FF6}" srcId="{D710407E-872E-4321-A66C-F2871141D45D}" destId="{DCC66304-9752-492C-8AC2-76AE1B08A896}" srcOrd="2" destOrd="0" parTransId="{DFFA3BEB-6FD4-44A9-B18A-F73490B178CF}" sibTransId="{128135CC-2526-47D5-8AF2-74EC3C854DD9}"/>
    <dgm:cxn modelId="{F8C22052-9793-4F9F-8145-898FB09E7A0F}" type="presOf" srcId="{4680FB61-4902-4FA1-82EF-CABEE5DA2C57}" destId="{08D7FEA3-0327-4864-9B19-D8D43A514997}" srcOrd="0" destOrd="0" presId="urn:microsoft.com/office/officeart/2005/8/layout/cycle2"/>
    <dgm:cxn modelId="{DCBBAA52-EB78-4947-A437-E42325BFA0F3}" type="presOf" srcId="{4680FB61-4902-4FA1-82EF-CABEE5DA2C57}" destId="{582370C0-810E-402B-91A0-4337F2740232}" srcOrd="1" destOrd="0" presId="urn:microsoft.com/office/officeart/2005/8/layout/cycle2"/>
    <dgm:cxn modelId="{24399F8D-206A-460D-B992-13447AF9FE4F}" type="presOf" srcId="{FBAD658A-78D7-4E7F-890E-C3717E8145CF}" destId="{A8638C0F-B9CF-49F0-96FA-A06B6B6F3F31}" srcOrd="0" destOrd="0" presId="urn:microsoft.com/office/officeart/2005/8/layout/cycle2"/>
    <dgm:cxn modelId="{5E19F598-8769-4E0D-8BE0-21CDB37714FE}" srcId="{D710407E-872E-4321-A66C-F2871141D45D}" destId="{6CC9EBD1-B30B-4FB1-AB0B-A73C4864440C}" srcOrd="0" destOrd="0" parTransId="{B51CE64D-8C00-4630-9AEB-1B96ED84CCF5}" sibTransId="{518075C4-E21D-4FC9-AD04-39BA8EF93A33}"/>
    <dgm:cxn modelId="{AFB070D7-CCEB-47BE-898A-D17BAFF0A210}" type="presOf" srcId="{128135CC-2526-47D5-8AF2-74EC3C854DD9}" destId="{E01C0EDE-9AAE-42A4-868F-431A1BF229D9}" srcOrd="0" destOrd="0" presId="urn:microsoft.com/office/officeart/2005/8/layout/cycle2"/>
    <dgm:cxn modelId="{D7B512DA-4BB2-4B04-A78C-F39BF5D32B9D}" type="presOf" srcId="{D710407E-872E-4321-A66C-F2871141D45D}" destId="{68E747EF-8FF5-40CA-9461-CE076AA025FE}" srcOrd="0" destOrd="0" presId="urn:microsoft.com/office/officeart/2005/8/layout/cycle2"/>
    <dgm:cxn modelId="{0BD7EADF-434D-499E-AD13-1E1DFF5650FB}" type="presOf" srcId="{128135CC-2526-47D5-8AF2-74EC3C854DD9}" destId="{9924D7A1-B183-4E8B-B969-FD521CA1361E}" srcOrd="1" destOrd="0" presId="urn:microsoft.com/office/officeart/2005/8/layout/cycle2"/>
    <dgm:cxn modelId="{B73DC2E2-81E5-4B08-9DCC-4294C6E04250}" type="presParOf" srcId="{68E747EF-8FF5-40CA-9461-CE076AA025FE}" destId="{C949AB57-7918-4C81-B7E7-C4450E5D27AD}" srcOrd="0" destOrd="0" presId="urn:microsoft.com/office/officeart/2005/8/layout/cycle2"/>
    <dgm:cxn modelId="{3490439F-21C0-4900-9209-14E57DC2BF83}" type="presParOf" srcId="{68E747EF-8FF5-40CA-9461-CE076AA025FE}" destId="{2D6C9BA2-DABE-4846-B4C0-C2C3D91BABF3}" srcOrd="1" destOrd="0" presId="urn:microsoft.com/office/officeart/2005/8/layout/cycle2"/>
    <dgm:cxn modelId="{4E1C6CEA-B6F6-451B-BEED-499BD1CA3FC2}" type="presParOf" srcId="{2D6C9BA2-DABE-4846-B4C0-C2C3D91BABF3}" destId="{585054C6-439D-4FEC-BC9F-BCCC99788DE6}" srcOrd="0" destOrd="0" presId="urn:microsoft.com/office/officeart/2005/8/layout/cycle2"/>
    <dgm:cxn modelId="{A5D82C2F-77F9-4ADD-9556-A359DAF00586}" type="presParOf" srcId="{68E747EF-8FF5-40CA-9461-CE076AA025FE}" destId="{AAC5D61C-4E7C-4BA4-B305-FEF5CD594EF2}" srcOrd="2" destOrd="0" presId="urn:microsoft.com/office/officeart/2005/8/layout/cycle2"/>
    <dgm:cxn modelId="{25AF5ED3-07D9-44E6-88F1-EF32DCA7C995}" type="presParOf" srcId="{68E747EF-8FF5-40CA-9461-CE076AA025FE}" destId="{3C7148D2-09BF-422B-8B41-5D4B8BB97FA2}" srcOrd="3" destOrd="0" presId="urn:microsoft.com/office/officeart/2005/8/layout/cycle2"/>
    <dgm:cxn modelId="{CBA7C4F5-C762-43B0-94CE-646627C6721A}" type="presParOf" srcId="{3C7148D2-09BF-422B-8B41-5D4B8BB97FA2}" destId="{464AF4E4-54D1-4691-849D-D21E727630C1}" srcOrd="0" destOrd="0" presId="urn:microsoft.com/office/officeart/2005/8/layout/cycle2"/>
    <dgm:cxn modelId="{226B3347-CA80-4D7F-B44C-9961612796FB}" type="presParOf" srcId="{68E747EF-8FF5-40CA-9461-CE076AA025FE}" destId="{B70C1146-B8CA-4EDA-A9CA-B237DD139A89}" srcOrd="4" destOrd="0" presId="urn:microsoft.com/office/officeart/2005/8/layout/cycle2"/>
    <dgm:cxn modelId="{4FDB180E-A612-40A3-B83A-677F18391C94}" type="presParOf" srcId="{68E747EF-8FF5-40CA-9461-CE076AA025FE}" destId="{E01C0EDE-9AAE-42A4-868F-431A1BF229D9}" srcOrd="5" destOrd="0" presId="urn:microsoft.com/office/officeart/2005/8/layout/cycle2"/>
    <dgm:cxn modelId="{EB99ABB9-EB4C-448F-A5F1-5B0E5114DDBD}" type="presParOf" srcId="{E01C0EDE-9AAE-42A4-868F-431A1BF229D9}" destId="{9924D7A1-B183-4E8B-B969-FD521CA1361E}" srcOrd="0" destOrd="0" presId="urn:microsoft.com/office/officeart/2005/8/layout/cycle2"/>
    <dgm:cxn modelId="{2D7B957D-37A8-4ED2-BAD4-CD7B72B470CF}" type="presParOf" srcId="{68E747EF-8FF5-40CA-9461-CE076AA025FE}" destId="{A8638C0F-B9CF-49F0-96FA-A06B6B6F3F31}" srcOrd="6" destOrd="0" presId="urn:microsoft.com/office/officeart/2005/8/layout/cycle2"/>
    <dgm:cxn modelId="{DFB96CC5-7B02-4DD4-8996-137BEDC7F709}" type="presParOf" srcId="{68E747EF-8FF5-40CA-9461-CE076AA025FE}" destId="{08D7FEA3-0327-4864-9B19-D8D43A514997}" srcOrd="7" destOrd="0" presId="urn:microsoft.com/office/officeart/2005/8/layout/cycle2"/>
    <dgm:cxn modelId="{A63E73A7-3002-4FBE-8546-9EF3B9A8AC19}" type="presParOf" srcId="{08D7FEA3-0327-4864-9B19-D8D43A514997}" destId="{582370C0-810E-402B-91A0-4337F274023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10407E-872E-4321-A66C-F2871141D45D}" type="doc">
      <dgm:prSet loTypeId="urn:microsoft.com/office/officeart/2005/8/layout/cycle3" loCatId="cycle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pPr rtl="1"/>
          <a:endParaRPr lang="ar-AE"/>
        </a:p>
      </dgm:t>
    </dgm:pt>
    <dgm:pt modelId="{6CC9EBD1-B30B-4FB1-AB0B-A73C4864440C}">
      <dgm:prSet phldrT="[Text]"/>
      <dgm:spPr/>
      <dgm:t>
        <a:bodyPr/>
        <a:lstStyle/>
        <a:p>
          <a:pPr rtl="1"/>
          <a:r>
            <a:rPr lang="en-US" dirty="0"/>
            <a:t>prioritize functional and non-functional requirements</a:t>
          </a:r>
          <a:endParaRPr lang="ar-AE" dirty="0"/>
        </a:p>
      </dgm:t>
    </dgm:pt>
    <dgm:pt modelId="{B51CE64D-8C00-4630-9AEB-1B96ED84CCF5}" type="parTrans" cxnId="{5E19F598-8769-4E0D-8BE0-21CDB37714FE}">
      <dgm:prSet/>
      <dgm:spPr/>
      <dgm:t>
        <a:bodyPr/>
        <a:lstStyle/>
        <a:p>
          <a:pPr rtl="1"/>
          <a:endParaRPr lang="ar-AE"/>
        </a:p>
      </dgm:t>
    </dgm:pt>
    <dgm:pt modelId="{518075C4-E21D-4FC9-AD04-39BA8EF93A33}" type="sibTrans" cxnId="{5E19F598-8769-4E0D-8BE0-21CDB37714FE}">
      <dgm:prSet/>
      <dgm:spPr/>
      <dgm:t>
        <a:bodyPr/>
        <a:lstStyle/>
        <a:p>
          <a:pPr rtl="1"/>
          <a:endParaRPr lang="ar-AE"/>
        </a:p>
      </dgm:t>
    </dgm:pt>
    <dgm:pt modelId="{DE6E8567-D3AD-400B-8957-F27B543E7491}">
      <dgm:prSet phldrT="[Text]"/>
      <dgm:spPr/>
      <dgm:t>
        <a:bodyPr/>
        <a:lstStyle/>
        <a:p>
          <a:pPr rtl="1"/>
          <a:r>
            <a:rPr lang="en-US" dirty="0"/>
            <a:t>ensuring separation of concerns, scalability, and maintainability.</a:t>
          </a:r>
          <a:endParaRPr lang="ar-AE" dirty="0"/>
        </a:p>
      </dgm:t>
    </dgm:pt>
    <dgm:pt modelId="{8D0AE8FB-021C-4E10-8172-E431FD5163ED}" type="parTrans" cxnId="{44615D1B-602D-4B91-BA0E-48EE84D28B97}">
      <dgm:prSet/>
      <dgm:spPr/>
      <dgm:t>
        <a:bodyPr/>
        <a:lstStyle/>
        <a:p>
          <a:pPr rtl="1"/>
          <a:endParaRPr lang="ar-AE"/>
        </a:p>
      </dgm:t>
    </dgm:pt>
    <dgm:pt modelId="{17707AD2-6FA6-4BB5-A1B0-9663A0F64AD9}" type="sibTrans" cxnId="{44615D1B-602D-4B91-BA0E-48EE84D28B97}">
      <dgm:prSet/>
      <dgm:spPr/>
      <dgm:t>
        <a:bodyPr/>
        <a:lstStyle/>
        <a:p>
          <a:pPr rtl="1"/>
          <a:endParaRPr lang="ar-AE"/>
        </a:p>
      </dgm:t>
    </dgm:pt>
    <dgm:pt modelId="{B992B665-AA39-4B73-AFEE-E610796F72C3}">
      <dgm:prSet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Security and data protection</a:t>
          </a:r>
        </a:p>
      </dgm:t>
    </dgm:pt>
    <dgm:pt modelId="{E9996D01-0196-4BDA-AED2-1131C2415C15}" type="parTrans" cxnId="{CBF6FA52-E611-4BAF-85B9-1718B78403B6}">
      <dgm:prSet/>
      <dgm:spPr/>
      <dgm:t>
        <a:bodyPr/>
        <a:lstStyle/>
        <a:p>
          <a:pPr rtl="1"/>
          <a:endParaRPr lang="ar-AE"/>
        </a:p>
      </dgm:t>
    </dgm:pt>
    <dgm:pt modelId="{A06B9295-2E23-406C-B42F-290B8FE146F3}" type="sibTrans" cxnId="{CBF6FA52-E611-4BAF-85B9-1718B78403B6}">
      <dgm:prSet/>
      <dgm:spPr/>
      <dgm:t>
        <a:bodyPr/>
        <a:lstStyle/>
        <a:p>
          <a:pPr rtl="1"/>
          <a:endParaRPr lang="ar-AE"/>
        </a:p>
      </dgm:t>
    </dgm:pt>
    <dgm:pt modelId="{FBAD658A-78D7-4E7F-890E-C3717E8145CF}">
      <dgm:prSet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Financial aspect and payment methods</a:t>
          </a:r>
        </a:p>
      </dgm:t>
    </dgm:pt>
    <dgm:pt modelId="{9AD6C26C-CBA6-4FDC-8369-1841C170B6C5}" type="parTrans" cxnId="{E7A45512-47C4-4EBD-AFF1-171CF2657A08}">
      <dgm:prSet/>
      <dgm:spPr/>
      <dgm:t>
        <a:bodyPr/>
        <a:lstStyle/>
        <a:p>
          <a:pPr rtl="1"/>
          <a:endParaRPr lang="ar-AE"/>
        </a:p>
      </dgm:t>
    </dgm:pt>
    <dgm:pt modelId="{4680FB61-4902-4FA1-82EF-CABEE5DA2C57}" type="sibTrans" cxnId="{E7A45512-47C4-4EBD-AFF1-171CF2657A08}">
      <dgm:prSet/>
      <dgm:spPr/>
      <dgm:t>
        <a:bodyPr/>
        <a:lstStyle/>
        <a:p>
          <a:pPr rtl="1"/>
          <a:endParaRPr lang="ar-AE"/>
        </a:p>
      </dgm:t>
    </dgm:pt>
    <dgm:pt modelId="{15BE28C5-96AF-4D98-89DD-0D6B89BCAE65}">
      <dgm:prSet/>
      <dgm:spPr/>
      <dgm:t>
        <a:bodyPr/>
        <a:lstStyle/>
        <a:p>
          <a:pPr rtl="1"/>
          <a:r>
            <a:rPr lang="en-US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Analytics and statistics</a:t>
          </a:r>
        </a:p>
      </dgm:t>
    </dgm:pt>
    <dgm:pt modelId="{E1CB7A7D-EC97-4787-A836-FEA5C339FEC7}" type="parTrans" cxnId="{6C9479F7-B2F1-4B62-9DC3-1F43433E41C8}">
      <dgm:prSet/>
      <dgm:spPr/>
      <dgm:t>
        <a:bodyPr/>
        <a:lstStyle/>
        <a:p>
          <a:pPr rtl="1"/>
          <a:endParaRPr lang="ar-AE"/>
        </a:p>
      </dgm:t>
    </dgm:pt>
    <dgm:pt modelId="{C7A341A6-47EE-4177-80E6-0D27514F8BA6}" type="sibTrans" cxnId="{6C9479F7-B2F1-4B62-9DC3-1F43433E41C8}">
      <dgm:prSet/>
      <dgm:spPr/>
      <dgm:t>
        <a:bodyPr/>
        <a:lstStyle/>
        <a:p>
          <a:pPr rtl="1"/>
          <a:endParaRPr lang="ar-AE"/>
        </a:p>
      </dgm:t>
    </dgm:pt>
    <dgm:pt modelId="{1EB0999D-D1B4-4DD3-8EA4-ACD731B8010B}">
      <dgm:prSet/>
      <dgm:spPr/>
      <dgm:t>
        <a:bodyPr/>
        <a:lstStyle/>
        <a:p>
          <a:pPr rtl="1"/>
          <a:r>
            <a:rPr lang="en-US" dirty="0"/>
            <a:t>implement a fully responsive, Arabic-only user interface</a:t>
          </a:r>
          <a:endParaRPr lang="en-US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D00C49FD-1C8D-457E-A3C4-FD7A45F1ECF5}" type="parTrans" cxnId="{0A3AA99E-56A4-4AF9-80FE-9773A8D3CC10}">
      <dgm:prSet/>
      <dgm:spPr/>
      <dgm:t>
        <a:bodyPr/>
        <a:lstStyle/>
        <a:p>
          <a:pPr rtl="1"/>
          <a:endParaRPr lang="ar-AE"/>
        </a:p>
      </dgm:t>
    </dgm:pt>
    <dgm:pt modelId="{C1BD39AA-91B6-4342-BBE2-1B24AC91703D}" type="sibTrans" cxnId="{0A3AA99E-56A4-4AF9-80FE-9773A8D3CC10}">
      <dgm:prSet/>
      <dgm:spPr/>
      <dgm:t>
        <a:bodyPr/>
        <a:lstStyle/>
        <a:p>
          <a:pPr rtl="1"/>
          <a:endParaRPr lang="ar-AE"/>
        </a:p>
      </dgm:t>
    </dgm:pt>
    <dgm:pt modelId="{B8DD0BFA-62AD-439C-A7BD-8EDC792538E8}" type="pres">
      <dgm:prSet presAssocID="{D710407E-872E-4321-A66C-F2871141D45D}" presName="Name0" presStyleCnt="0">
        <dgm:presLayoutVars>
          <dgm:dir/>
          <dgm:resizeHandles val="exact"/>
        </dgm:presLayoutVars>
      </dgm:prSet>
      <dgm:spPr/>
    </dgm:pt>
    <dgm:pt modelId="{707E9B82-5C83-4FF5-80FF-5FEC3FC3C38B}" type="pres">
      <dgm:prSet presAssocID="{D710407E-872E-4321-A66C-F2871141D45D}" presName="cycle" presStyleCnt="0"/>
      <dgm:spPr/>
    </dgm:pt>
    <dgm:pt modelId="{96DA8AF0-B7DF-4C8F-A58C-B764354AC709}" type="pres">
      <dgm:prSet presAssocID="{6CC9EBD1-B30B-4FB1-AB0B-A73C4864440C}" presName="nodeFirstNode" presStyleLbl="node1" presStyleIdx="0" presStyleCnt="6">
        <dgm:presLayoutVars>
          <dgm:bulletEnabled val="1"/>
        </dgm:presLayoutVars>
      </dgm:prSet>
      <dgm:spPr/>
    </dgm:pt>
    <dgm:pt modelId="{587F709E-5163-4597-ABF6-F34F5F70936C}" type="pres">
      <dgm:prSet presAssocID="{518075C4-E21D-4FC9-AD04-39BA8EF93A33}" presName="sibTransFirstNode" presStyleLbl="bgShp" presStyleIdx="0" presStyleCnt="1"/>
      <dgm:spPr/>
    </dgm:pt>
    <dgm:pt modelId="{233CF240-A65F-4737-9CAC-0232E50A2167}" type="pres">
      <dgm:prSet presAssocID="{DE6E8567-D3AD-400B-8957-F27B543E7491}" presName="nodeFollowingNodes" presStyleLbl="node1" presStyleIdx="1" presStyleCnt="6">
        <dgm:presLayoutVars>
          <dgm:bulletEnabled val="1"/>
        </dgm:presLayoutVars>
      </dgm:prSet>
      <dgm:spPr/>
    </dgm:pt>
    <dgm:pt modelId="{639507CB-5BB1-479F-AF35-C69B71D6F8CD}" type="pres">
      <dgm:prSet presAssocID="{FBAD658A-78D7-4E7F-890E-C3717E8145CF}" presName="nodeFollowingNodes" presStyleLbl="node1" presStyleIdx="2" presStyleCnt="6">
        <dgm:presLayoutVars>
          <dgm:bulletEnabled val="1"/>
        </dgm:presLayoutVars>
      </dgm:prSet>
      <dgm:spPr/>
    </dgm:pt>
    <dgm:pt modelId="{6EA342B5-1C3B-4A5E-8B47-7BB5084B832F}" type="pres">
      <dgm:prSet presAssocID="{B992B665-AA39-4B73-AFEE-E610796F72C3}" presName="nodeFollowingNodes" presStyleLbl="node1" presStyleIdx="3" presStyleCnt="6">
        <dgm:presLayoutVars>
          <dgm:bulletEnabled val="1"/>
        </dgm:presLayoutVars>
      </dgm:prSet>
      <dgm:spPr/>
    </dgm:pt>
    <dgm:pt modelId="{F33B5D79-DFE0-434A-8772-172349F500B6}" type="pres">
      <dgm:prSet presAssocID="{15BE28C5-96AF-4D98-89DD-0D6B89BCAE65}" presName="nodeFollowingNodes" presStyleLbl="node1" presStyleIdx="4" presStyleCnt="6">
        <dgm:presLayoutVars>
          <dgm:bulletEnabled val="1"/>
        </dgm:presLayoutVars>
      </dgm:prSet>
      <dgm:spPr/>
    </dgm:pt>
    <dgm:pt modelId="{8A495E2A-0525-4DCC-96CF-D7FA6CB09EDF}" type="pres">
      <dgm:prSet presAssocID="{1EB0999D-D1B4-4DD3-8EA4-ACD731B8010B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E7A45512-47C4-4EBD-AFF1-171CF2657A08}" srcId="{D710407E-872E-4321-A66C-F2871141D45D}" destId="{FBAD658A-78D7-4E7F-890E-C3717E8145CF}" srcOrd="2" destOrd="0" parTransId="{9AD6C26C-CBA6-4FDC-8369-1841C170B6C5}" sibTransId="{4680FB61-4902-4FA1-82EF-CABEE5DA2C57}"/>
    <dgm:cxn modelId="{44615D1B-602D-4B91-BA0E-48EE84D28B97}" srcId="{D710407E-872E-4321-A66C-F2871141D45D}" destId="{DE6E8567-D3AD-400B-8957-F27B543E7491}" srcOrd="1" destOrd="0" parTransId="{8D0AE8FB-021C-4E10-8172-E431FD5163ED}" sibTransId="{17707AD2-6FA6-4BB5-A1B0-9663A0F64AD9}"/>
    <dgm:cxn modelId="{1EAE4027-88E6-4142-B3F5-A02621579DE3}" type="presOf" srcId="{D710407E-872E-4321-A66C-F2871141D45D}" destId="{B8DD0BFA-62AD-439C-A7BD-8EDC792538E8}" srcOrd="0" destOrd="0" presId="urn:microsoft.com/office/officeart/2005/8/layout/cycle3"/>
    <dgm:cxn modelId="{0623E146-910D-4487-8C60-EC5BEC748ED6}" type="presOf" srcId="{1EB0999D-D1B4-4DD3-8EA4-ACD731B8010B}" destId="{8A495E2A-0525-4DCC-96CF-D7FA6CB09EDF}" srcOrd="0" destOrd="0" presId="urn:microsoft.com/office/officeart/2005/8/layout/cycle3"/>
    <dgm:cxn modelId="{36E9C452-03D3-46EB-B4DF-C5CFE7D8E25C}" type="presOf" srcId="{FBAD658A-78D7-4E7F-890E-C3717E8145CF}" destId="{639507CB-5BB1-479F-AF35-C69B71D6F8CD}" srcOrd="0" destOrd="0" presId="urn:microsoft.com/office/officeart/2005/8/layout/cycle3"/>
    <dgm:cxn modelId="{CBF6FA52-E611-4BAF-85B9-1718B78403B6}" srcId="{D710407E-872E-4321-A66C-F2871141D45D}" destId="{B992B665-AA39-4B73-AFEE-E610796F72C3}" srcOrd="3" destOrd="0" parTransId="{E9996D01-0196-4BDA-AED2-1131C2415C15}" sibTransId="{A06B9295-2E23-406C-B42F-290B8FE146F3}"/>
    <dgm:cxn modelId="{65124A7D-898C-4BD8-BD35-A3F4C8CBB883}" type="presOf" srcId="{15BE28C5-96AF-4D98-89DD-0D6B89BCAE65}" destId="{F33B5D79-DFE0-434A-8772-172349F500B6}" srcOrd="0" destOrd="0" presId="urn:microsoft.com/office/officeart/2005/8/layout/cycle3"/>
    <dgm:cxn modelId="{5E19F598-8769-4E0D-8BE0-21CDB37714FE}" srcId="{D710407E-872E-4321-A66C-F2871141D45D}" destId="{6CC9EBD1-B30B-4FB1-AB0B-A73C4864440C}" srcOrd="0" destOrd="0" parTransId="{B51CE64D-8C00-4630-9AEB-1B96ED84CCF5}" sibTransId="{518075C4-E21D-4FC9-AD04-39BA8EF93A33}"/>
    <dgm:cxn modelId="{0A3AA99E-56A4-4AF9-80FE-9773A8D3CC10}" srcId="{D710407E-872E-4321-A66C-F2871141D45D}" destId="{1EB0999D-D1B4-4DD3-8EA4-ACD731B8010B}" srcOrd="5" destOrd="0" parTransId="{D00C49FD-1C8D-457E-A3C4-FD7A45F1ECF5}" sibTransId="{C1BD39AA-91B6-4342-BBE2-1B24AC91703D}"/>
    <dgm:cxn modelId="{D374A1AC-0772-4B3A-826F-DBA02E3A4DE8}" type="presOf" srcId="{518075C4-E21D-4FC9-AD04-39BA8EF93A33}" destId="{587F709E-5163-4597-ABF6-F34F5F70936C}" srcOrd="0" destOrd="0" presId="urn:microsoft.com/office/officeart/2005/8/layout/cycle3"/>
    <dgm:cxn modelId="{59544DAF-3A59-4672-B867-3062A6EF1544}" type="presOf" srcId="{B992B665-AA39-4B73-AFEE-E610796F72C3}" destId="{6EA342B5-1C3B-4A5E-8B47-7BB5084B832F}" srcOrd="0" destOrd="0" presId="urn:microsoft.com/office/officeart/2005/8/layout/cycle3"/>
    <dgm:cxn modelId="{4F94CFD9-2C57-4943-B06B-3A9585181D36}" type="presOf" srcId="{6CC9EBD1-B30B-4FB1-AB0B-A73C4864440C}" destId="{96DA8AF0-B7DF-4C8F-A58C-B764354AC709}" srcOrd="0" destOrd="0" presId="urn:microsoft.com/office/officeart/2005/8/layout/cycle3"/>
    <dgm:cxn modelId="{C7565FED-A2B0-4151-883A-2C3155944060}" type="presOf" srcId="{DE6E8567-D3AD-400B-8957-F27B543E7491}" destId="{233CF240-A65F-4737-9CAC-0232E50A2167}" srcOrd="0" destOrd="0" presId="urn:microsoft.com/office/officeart/2005/8/layout/cycle3"/>
    <dgm:cxn modelId="{6C9479F7-B2F1-4B62-9DC3-1F43433E41C8}" srcId="{D710407E-872E-4321-A66C-F2871141D45D}" destId="{15BE28C5-96AF-4D98-89DD-0D6B89BCAE65}" srcOrd="4" destOrd="0" parTransId="{E1CB7A7D-EC97-4787-A836-FEA5C339FEC7}" sibTransId="{C7A341A6-47EE-4177-80E6-0D27514F8BA6}"/>
    <dgm:cxn modelId="{FFA6B656-10B4-423F-AD7A-196BF3AB13D2}" type="presParOf" srcId="{B8DD0BFA-62AD-439C-A7BD-8EDC792538E8}" destId="{707E9B82-5C83-4FF5-80FF-5FEC3FC3C38B}" srcOrd="0" destOrd="0" presId="urn:microsoft.com/office/officeart/2005/8/layout/cycle3"/>
    <dgm:cxn modelId="{0599B55C-AE49-4629-9A2C-BA9BBA0E1A26}" type="presParOf" srcId="{707E9B82-5C83-4FF5-80FF-5FEC3FC3C38B}" destId="{96DA8AF0-B7DF-4C8F-A58C-B764354AC709}" srcOrd="0" destOrd="0" presId="urn:microsoft.com/office/officeart/2005/8/layout/cycle3"/>
    <dgm:cxn modelId="{B8B01FB6-A36A-47A8-A329-4FBEEF13EAD3}" type="presParOf" srcId="{707E9B82-5C83-4FF5-80FF-5FEC3FC3C38B}" destId="{587F709E-5163-4597-ABF6-F34F5F70936C}" srcOrd="1" destOrd="0" presId="urn:microsoft.com/office/officeart/2005/8/layout/cycle3"/>
    <dgm:cxn modelId="{EBD53E0F-3A32-4FC5-A7BD-184B07544334}" type="presParOf" srcId="{707E9B82-5C83-4FF5-80FF-5FEC3FC3C38B}" destId="{233CF240-A65F-4737-9CAC-0232E50A2167}" srcOrd="2" destOrd="0" presId="urn:microsoft.com/office/officeart/2005/8/layout/cycle3"/>
    <dgm:cxn modelId="{0778B29C-09A1-4152-B924-A5A36610633A}" type="presParOf" srcId="{707E9B82-5C83-4FF5-80FF-5FEC3FC3C38B}" destId="{639507CB-5BB1-479F-AF35-C69B71D6F8CD}" srcOrd="3" destOrd="0" presId="urn:microsoft.com/office/officeart/2005/8/layout/cycle3"/>
    <dgm:cxn modelId="{5F19CEC4-0CC3-4CD9-8F1E-C21BB8F900E5}" type="presParOf" srcId="{707E9B82-5C83-4FF5-80FF-5FEC3FC3C38B}" destId="{6EA342B5-1C3B-4A5E-8B47-7BB5084B832F}" srcOrd="4" destOrd="0" presId="urn:microsoft.com/office/officeart/2005/8/layout/cycle3"/>
    <dgm:cxn modelId="{3C654A2C-18EA-49E2-B34E-59CC8B34845A}" type="presParOf" srcId="{707E9B82-5C83-4FF5-80FF-5FEC3FC3C38B}" destId="{F33B5D79-DFE0-434A-8772-172349F500B6}" srcOrd="5" destOrd="0" presId="urn:microsoft.com/office/officeart/2005/8/layout/cycle3"/>
    <dgm:cxn modelId="{1E14A2A9-7E90-4532-A3EF-2CDF4730D022}" type="presParOf" srcId="{707E9B82-5C83-4FF5-80FF-5FEC3FC3C38B}" destId="{8A495E2A-0525-4DCC-96CF-D7FA6CB09EDF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1FD352-D4C3-40E1-AB64-9FD50BE0CF7D}" type="doc">
      <dgm:prSet loTypeId="urn:microsoft.com/office/officeart/2005/8/layout/radial6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pPr rtl="1"/>
          <a:endParaRPr lang="ar-AE"/>
        </a:p>
      </dgm:t>
    </dgm:pt>
    <dgm:pt modelId="{94E7F472-9BD2-44B6-B6C3-A6E8929BE754}">
      <dgm:prSet phldrT="[Text]"/>
      <dgm:spPr/>
      <dgm:t>
        <a:bodyPr/>
        <a:lstStyle/>
        <a:p>
          <a:pPr rtl="1"/>
          <a:r>
            <a:rPr lang="en-US" dirty="0"/>
            <a:t>ADMIN</a:t>
          </a:r>
          <a:endParaRPr lang="ar-AE" dirty="0"/>
        </a:p>
      </dgm:t>
    </dgm:pt>
    <dgm:pt modelId="{7F221100-BA0A-40B6-B85C-7A6163E953DE}" type="par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5253C615-22BB-475D-BF79-F82543DFB958}" type="sib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01599091-D77B-429B-AE60-A82884833C7A}">
      <dgm:prSet phldrT="[Text]"/>
      <dgm:spPr/>
      <dgm:t>
        <a:bodyPr/>
        <a:lstStyle/>
        <a:p>
          <a:pPr rtl="1"/>
          <a:r>
            <a:rPr lang="en-US" dirty="0"/>
            <a:t>Manage Users</a:t>
          </a:r>
          <a:endParaRPr lang="ar-AE" dirty="0"/>
        </a:p>
      </dgm:t>
    </dgm:pt>
    <dgm:pt modelId="{D429122F-B073-4578-96C6-C85049127536}" type="par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6CD8D990-B2EA-476D-99A2-F901F6A565B8}" type="sib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BA601FF6-063E-4786-911A-6A10D1741327}">
      <dgm:prSet phldrT="[Text]"/>
      <dgm:spPr/>
      <dgm:t>
        <a:bodyPr/>
        <a:lstStyle/>
        <a:p>
          <a:pPr rtl="1"/>
          <a:r>
            <a:rPr lang="en-US" dirty="0"/>
            <a:t>Manage system Settings</a:t>
          </a:r>
          <a:endParaRPr lang="ar-AE" dirty="0"/>
        </a:p>
      </dgm:t>
    </dgm:pt>
    <dgm:pt modelId="{D0DB9B48-7A4E-4FAC-B8BE-93315C67DDC7}" type="par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DA053CEA-F3FB-495B-B22F-B4BBDF0DE43B}" type="sib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87DE0371-1386-489B-A249-F8EE798DAEA1}">
      <dgm:prSet phldrT="[Text]"/>
      <dgm:spPr/>
      <dgm:t>
        <a:bodyPr/>
        <a:lstStyle/>
        <a:p>
          <a:pPr rtl="1"/>
          <a:r>
            <a:rPr lang="en-US" dirty="0"/>
            <a:t>Manage Payment Methods</a:t>
          </a:r>
          <a:endParaRPr lang="ar-AE" dirty="0"/>
        </a:p>
      </dgm:t>
    </dgm:pt>
    <dgm:pt modelId="{F6999B2A-030F-4739-8335-02CD0C7821D5}" type="par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CABC6747-7377-4997-888B-ABC2E3A10882}" type="sib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2BF4CFE4-521B-4C76-A9F8-DE78E940FB06}">
      <dgm:prSet phldrT="[Text]"/>
      <dgm:spPr/>
      <dgm:t>
        <a:bodyPr/>
        <a:lstStyle/>
        <a:p>
          <a:pPr rtl="1"/>
          <a:r>
            <a:rPr lang="en-US" dirty="0"/>
            <a:t>Manage Categories</a:t>
          </a:r>
          <a:endParaRPr lang="ar-AE" dirty="0"/>
        </a:p>
      </dgm:t>
    </dgm:pt>
    <dgm:pt modelId="{20B17FED-46EF-472E-A7F5-F021D1759626}" type="par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4587E35C-7A14-4F54-8260-1470E6F312E5}" type="sib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CFC875BE-A3BC-4870-BCD4-394DFA01D22E}">
      <dgm:prSet/>
      <dgm:spPr/>
      <dgm:t>
        <a:bodyPr/>
        <a:lstStyle/>
        <a:p>
          <a:pPr rtl="1"/>
          <a:r>
            <a:rPr lang="en-US" dirty="0"/>
            <a:t>View Statistics</a:t>
          </a:r>
          <a:endParaRPr lang="ar-AE" dirty="0"/>
        </a:p>
      </dgm:t>
    </dgm:pt>
    <dgm:pt modelId="{ECBD277A-2B03-4D1C-B9E9-4D894329E338}" type="parTrans" cxnId="{AE6671F2-AF1C-403F-BD0F-A707DFA9D1F3}">
      <dgm:prSet/>
      <dgm:spPr/>
      <dgm:t>
        <a:bodyPr/>
        <a:lstStyle/>
        <a:p>
          <a:pPr rtl="1"/>
          <a:endParaRPr lang="ar-AE"/>
        </a:p>
      </dgm:t>
    </dgm:pt>
    <dgm:pt modelId="{7564CF63-4130-423D-8839-77B3CF9038B0}" type="sibTrans" cxnId="{AE6671F2-AF1C-403F-BD0F-A707DFA9D1F3}">
      <dgm:prSet/>
      <dgm:spPr/>
      <dgm:t>
        <a:bodyPr/>
        <a:lstStyle/>
        <a:p>
          <a:pPr rtl="1"/>
          <a:endParaRPr lang="ar-AE"/>
        </a:p>
      </dgm:t>
    </dgm:pt>
    <dgm:pt modelId="{50853B1B-0B8D-404B-AD6C-7283EDF465BC}">
      <dgm:prSet/>
      <dgm:spPr/>
      <dgm:t>
        <a:bodyPr/>
        <a:lstStyle/>
        <a:p>
          <a:pPr rtl="1"/>
          <a:r>
            <a:rPr lang="en-US" dirty="0"/>
            <a:t>Export Reports</a:t>
          </a:r>
          <a:endParaRPr lang="ar-AE" dirty="0"/>
        </a:p>
      </dgm:t>
    </dgm:pt>
    <dgm:pt modelId="{DBBF9466-9D68-4131-A704-A1FA1317B88E}" type="parTrans" cxnId="{E2EE05B3-DB15-496D-9894-8311C714500B}">
      <dgm:prSet/>
      <dgm:spPr/>
      <dgm:t>
        <a:bodyPr/>
        <a:lstStyle/>
        <a:p>
          <a:pPr rtl="1"/>
          <a:endParaRPr lang="ar-AE"/>
        </a:p>
      </dgm:t>
    </dgm:pt>
    <dgm:pt modelId="{1DF999AB-7CBF-415D-8F75-F9670EC8D906}" type="sibTrans" cxnId="{E2EE05B3-DB15-496D-9894-8311C714500B}">
      <dgm:prSet/>
      <dgm:spPr/>
      <dgm:t>
        <a:bodyPr/>
        <a:lstStyle/>
        <a:p>
          <a:pPr rtl="1"/>
          <a:endParaRPr lang="ar-AE"/>
        </a:p>
      </dgm:t>
    </dgm:pt>
    <dgm:pt modelId="{B44E1911-2F48-48FA-A86A-F165FFD77DB2}" type="pres">
      <dgm:prSet presAssocID="{C71FD352-D4C3-40E1-AB64-9FD50BE0CF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DBAD7B-5A00-4AEE-B35E-29DF4145648F}" type="pres">
      <dgm:prSet presAssocID="{94E7F472-9BD2-44B6-B6C3-A6E8929BE754}" presName="centerShape" presStyleLbl="node0" presStyleIdx="0" presStyleCnt="1"/>
      <dgm:spPr/>
    </dgm:pt>
    <dgm:pt modelId="{5FD2BE43-9E27-49B6-A06D-FE520E72C5FD}" type="pres">
      <dgm:prSet presAssocID="{01599091-D77B-429B-AE60-A82884833C7A}" presName="node" presStyleLbl="node1" presStyleIdx="0" presStyleCnt="6">
        <dgm:presLayoutVars>
          <dgm:bulletEnabled val="1"/>
        </dgm:presLayoutVars>
      </dgm:prSet>
      <dgm:spPr/>
    </dgm:pt>
    <dgm:pt modelId="{1A219FD5-AB5C-468B-B235-09647C1A6A15}" type="pres">
      <dgm:prSet presAssocID="{01599091-D77B-429B-AE60-A82884833C7A}" presName="dummy" presStyleCnt="0"/>
      <dgm:spPr/>
    </dgm:pt>
    <dgm:pt modelId="{0EA6122F-CC13-4A0E-907D-A49086E32904}" type="pres">
      <dgm:prSet presAssocID="{6CD8D990-B2EA-476D-99A2-F901F6A565B8}" presName="sibTrans" presStyleLbl="sibTrans2D1" presStyleIdx="0" presStyleCnt="6"/>
      <dgm:spPr/>
    </dgm:pt>
    <dgm:pt modelId="{1BA3BEAF-1546-4977-938A-A81807F1CC17}" type="pres">
      <dgm:prSet presAssocID="{BA601FF6-063E-4786-911A-6A10D1741327}" presName="node" presStyleLbl="node1" presStyleIdx="1" presStyleCnt="6">
        <dgm:presLayoutVars>
          <dgm:bulletEnabled val="1"/>
        </dgm:presLayoutVars>
      </dgm:prSet>
      <dgm:spPr/>
    </dgm:pt>
    <dgm:pt modelId="{44DD2553-11BA-4942-B7E1-27109345CEE2}" type="pres">
      <dgm:prSet presAssocID="{BA601FF6-063E-4786-911A-6A10D1741327}" presName="dummy" presStyleCnt="0"/>
      <dgm:spPr/>
    </dgm:pt>
    <dgm:pt modelId="{5147920A-2102-47BD-82E8-D476D26F0AF5}" type="pres">
      <dgm:prSet presAssocID="{DA053CEA-F3FB-495B-B22F-B4BBDF0DE43B}" presName="sibTrans" presStyleLbl="sibTrans2D1" presStyleIdx="1" presStyleCnt="6"/>
      <dgm:spPr/>
    </dgm:pt>
    <dgm:pt modelId="{B24DD2BC-625A-4538-B0B1-A1A435D607AD}" type="pres">
      <dgm:prSet presAssocID="{87DE0371-1386-489B-A249-F8EE798DAEA1}" presName="node" presStyleLbl="node1" presStyleIdx="2" presStyleCnt="6">
        <dgm:presLayoutVars>
          <dgm:bulletEnabled val="1"/>
        </dgm:presLayoutVars>
      </dgm:prSet>
      <dgm:spPr/>
    </dgm:pt>
    <dgm:pt modelId="{221FF297-740B-4F73-9D5A-3751FEE47822}" type="pres">
      <dgm:prSet presAssocID="{87DE0371-1386-489B-A249-F8EE798DAEA1}" presName="dummy" presStyleCnt="0"/>
      <dgm:spPr/>
    </dgm:pt>
    <dgm:pt modelId="{8EC0535F-8616-40F2-B1EB-033A93565D85}" type="pres">
      <dgm:prSet presAssocID="{CABC6747-7377-4997-888B-ABC2E3A10882}" presName="sibTrans" presStyleLbl="sibTrans2D1" presStyleIdx="2" presStyleCnt="6"/>
      <dgm:spPr/>
    </dgm:pt>
    <dgm:pt modelId="{4ED98508-54AE-44ED-8FA2-D0AAACD16BC4}" type="pres">
      <dgm:prSet presAssocID="{2BF4CFE4-521B-4C76-A9F8-DE78E940FB06}" presName="node" presStyleLbl="node1" presStyleIdx="3" presStyleCnt="6">
        <dgm:presLayoutVars>
          <dgm:bulletEnabled val="1"/>
        </dgm:presLayoutVars>
      </dgm:prSet>
      <dgm:spPr/>
    </dgm:pt>
    <dgm:pt modelId="{D01D820D-E285-445F-9ED1-010588A11341}" type="pres">
      <dgm:prSet presAssocID="{2BF4CFE4-521B-4C76-A9F8-DE78E940FB06}" presName="dummy" presStyleCnt="0"/>
      <dgm:spPr/>
    </dgm:pt>
    <dgm:pt modelId="{4C1167CC-0CC7-4DFB-9441-5AFC9186A1C5}" type="pres">
      <dgm:prSet presAssocID="{4587E35C-7A14-4F54-8260-1470E6F312E5}" presName="sibTrans" presStyleLbl="sibTrans2D1" presStyleIdx="3" presStyleCnt="6"/>
      <dgm:spPr/>
    </dgm:pt>
    <dgm:pt modelId="{7AE78FE2-D33B-4455-B4E0-6DC05F250BC6}" type="pres">
      <dgm:prSet presAssocID="{50853B1B-0B8D-404B-AD6C-7283EDF465BC}" presName="node" presStyleLbl="node1" presStyleIdx="4" presStyleCnt="6">
        <dgm:presLayoutVars>
          <dgm:bulletEnabled val="1"/>
        </dgm:presLayoutVars>
      </dgm:prSet>
      <dgm:spPr/>
    </dgm:pt>
    <dgm:pt modelId="{B91E0575-858E-4F49-BD3A-ABF787178CD7}" type="pres">
      <dgm:prSet presAssocID="{50853B1B-0B8D-404B-AD6C-7283EDF465BC}" presName="dummy" presStyleCnt="0"/>
      <dgm:spPr/>
    </dgm:pt>
    <dgm:pt modelId="{17F6D1F3-7F9E-4E9A-B11C-0D084C447CEA}" type="pres">
      <dgm:prSet presAssocID="{1DF999AB-7CBF-415D-8F75-F9670EC8D906}" presName="sibTrans" presStyleLbl="sibTrans2D1" presStyleIdx="4" presStyleCnt="6"/>
      <dgm:spPr/>
    </dgm:pt>
    <dgm:pt modelId="{545E5462-EF25-4D2F-A567-D4EF4ACB713B}" type="pres">
      <dgm:prSet presAssocID="{CFC875BE-A3BC-4870-BCD4-394DFA01D22E}" presName="node" presStyleLbl="node1" presStyleIdx="5" presStyleCnt="6">
        <dgm:presLayoutVars>
          <dgm:bulletEnabled val="1"/>
        </dgm:presLayoutVars>
      </dgm:prSet>
      <dgm:spPr/>
    </dgm:pt>
    <dgm:pt modelId="{F80E183E-26ED-4480-9841-1F83BAE71B83}" type="pres">
      <dgm:prSet presAssocID="{CFC875BE-A3BC-4870-BCD4-394DFA01D22E}" presName="dummy" presStyleCnt="0"/>
      <dgm:spPr/>
    </dgm:pt>
    <dgm:pt modelId="{95ADBC73-F5F4-4276-A5C2-0F543557A553}" type="pres">
      <dgm:prSet presAssocID="{7564CF63-4130-423D-8839-77B3CF9038B0}" presName="sibTrans" presStyleLbl="sibTrans2D1" presStyleIdx="5" presStyleCnt="6"/>
      <dgm:spPr/>
    </dgm:pt>
  </dgm:ptLst>
  <dgm:cxnLst>
    <dgm:cxn modelId="{574E1800-79EE-4D22-840D-9BB5F7D01BDC}" type="presOf" srcId="{6CD8D990-B2EA-476D-99A2-F901F6A565B8}" destId="{0EA6122F-CC13-4A0E-907D-A49086E32904}" srcOrd="0" destOrd="0" presId="urn:microsoft.com/office/officeart/2005/8/layout/radial6"/>
    <dgm:cxn modelId="{7D688904-431C-48FC-A3D0-74FCB4A41937}" srcId="{94E7F472-9BD2-44B6-B6C3-A6E8929BE754}" destId="{01599091-D77B-429B-AE60-A82884833C7A}" srcOrd="0" destOrd="0" parTransId="{D429122F-B073-4578-96C6-C85049127536}" sibTransId="{6CD8D990-B2EA-476D-99A2-F901F6A565B8}"/>
    <dgm:cxn modelId="{BE9E9B28-257E-4172-A90B-A1B4D1243288}" type="presOf" srcId="{4587E35C-7A14-4F54-8260-1470E6F312E5}" destId="{4C1167CC-0CC7-4DFB-9441-5AFC9186A1C5}" srcOrd="0" destOrd="0" presId="urn:microsoft.com/office/officeart/2005/8/layout/radial6"/>
    <dgm:cxn modelId="{D1F06941-4947-48A9-80F8-2E0669EB3040}" type="presOf" srcId="{BA601FF6-063E-4786-911A-6A10D1741327}" destId="{1BA3BEAF-1546-4977-938A-A81807F1CC17}" srcOrd="0" destOrd="0" presId="urn:microsoft.com/office/officeart/2005/8/layout/radial6"/>
    <dgm:cxn modelId="{5FC8BF67-E2D8-4187-861F-55B83D04A9C8}" type="presOf" srcId="{C71FD352-D4C3-40E1-AB64-9FD50BE0CF7D}" destId="{B44E1911-2F48-48FA-A86A-F165FFD77DB2}" srcOrd="0" destOrd="0" presId="urn:microsoft.com/office/officeart/2005/8/layout/radial6"/>
    <dgm:cxn modelId="{C45C5A48-E112-46C8-8AC0-E2515700F043}" type="presOf" srcId="{DA053CEA-F3FB-495B-B22F-B4BBDF0DE43B}" destId="{5147920A-2102-47BD-82E8-D476D26F0AF5}" srcOrd="0" destOrd="0" presId="urn:microsoft.com/office/officeart/2005/8/layout/radial6"/>
    <dgm:cxn modelId="{6049D34B-81AB-455C-B276-BB9D0D671B32}" type="presOf" srcId="{CFC875BE-A3BC-4870-BCD4-394DFA01D22E}" destId="{545E5462-EF25-4D2F-A567-D4EF4ACB713B}" srcOrd="0" destOrd="0" presId="urn:microsoft.com/office/officeart/2005/8/layout/radial6"/>
    <dgm:cxn modelId="{2076664D-C7A8-496A-AFE9-45E958204067}" type="presOf" srcId="{7564CF63-4130-423D-8839-77B3CF9038B0}" destId="{95ADBC73-F5F4-4276-A5C2-0F543557A553}" srcOrd="0" destOrd="0" presId="urn:microsoft.com/office/officeart/2005/8/layout/radial6"/>
    <dgm:cxn modelId="{C8FE2450-E58F-42B0-99D9-1758B44072C9}" type="presOf" srcId="{1DF999AB-7CBF-415D-8F75-F9670EC8D906}" destId="{17F6D1F3-7F9E-4E9A-B11C-0D084C447CEA}" srcOrd="0" destOrd="0" presId="urn:microsoft.com/office/officeart/2005/8/layout/radial6"/>
    <dgm:cxn modelId="{EF07DC70-8C9E-4F69-B723-F32E329A929B}" type="presOf" srcId="{87DE0371-1386-489B-A249-F8EE798DAEA1}" destId="{B24DD2BC-625A-4538-B0B1-A1A435D607AD}" srcOrd="0" destOrd="0" presId="urn:microsoft.com/office/officeart/2005/8/layout/radial6"/>
    <dgm:cxn modelId="{E0B5BA74-653F-4D36-9D71-4CEE66559E5D}" srcId="{C71FD352-D4C3-40E1-AB64-9FD50BE0CF7D}" destId="{94E7F472-9BD2-44B6-B6C3-A6E8929BE754}" srcOrd="0" destOrd="0" parTransId="{7F221100-BA0A-40B6-B85C-7A6163E953DE}" sibTransId="{5253C615-22BB-475D-BF79-F82543DFB958}"/>
    <dgm:cxn modelId="{18F60879-CAFB-45A7-8D73-13AC1A90B117}" type="presOf" srcId="{CABC6747-7377-4997-888B-ABC2E3A10882}" destId="{8EC0535F-8616-40F2-B1EB-033A93565D85}" srcOrd="0" destOrd="0" presId="urn:microsoft.com/office/officeart/2005/8/layout/radial6"/>
    <dgm:cxn modelId="{5B38F29D-CCD9-48A3-AD45-97DE5773FF33}" srcId="{94E7F472-9BD2-44B6-B6C3-A6E8929BE754}" destId="{BA601FF6-063E-4786-911A-6A10D1741327}" srcOrd="1" destOrd="0" parTransId="{D0DB9B48-7A4E-4FAC-B8BE-93315C67DDC7}" sibTransId="{DA053CEA-F3FB-495B-B22F-B4BBDF0DE43B}"/>
    <dgm:cxn modelId="{A58378B1-2236-4089-AE8A-B83B5D9ACC38}" srcId="{94E7F472-9BD2-44B6-B6C3-A6E8929BE754}" destId="{87DE0371-1386-489B-A249-F8EE798DAEA1}" srcOrd="2" destOrd="0" parTransId="{F6999B2A-030F-4739-8335-02CD0C7821D5}" sibTransId="{CABC6747-7377-4997-888B-ABC2E3A10882}"/>
    <dgm:cxn modelId="{E2EE05B3-DB15-496D-9894-8311C714500B}" srcId="{94E7F472-9BD2-44B6-B6C3-A6E8929BE754}" destId="{50853B1B-0B8D-404B-AD6C-7283EDF465BC}" srcOrd="4" destOrd="0" parTransId="{DBBF9466-9D68-4131-A704-A1FA1317B88E}" sibTransId="{1DF999AB-7CBF-415D-8F75-F9670EC8D906}"/>
    <dgm:cxn modelId="{4276F4C2-9F21-4DAC-B39D-F6FFC1287713}" type="presOf" srcId="{50853B1B-0B8D-404B-AD6C-7283EDF465BC}" destId="{7AE78FE2-D33B-4455-B4E0-6DC05F250BC6}" srcOrd="0" destOrd="0" presId="urn:microsoft.com/office/officeart/2005/8/layout/radial6"/>
    <dgm:cxn modelId="{CD57E3C5-8C18-49B9-98BE-F090C24412AC}" type="presOf" srcId="{01599091-D77B-429B-AE60-A82884833C7A}" destId="{5FD2BE43-9E27-49B6-A06D-FE520E72C5FD}" srcOrd="0" destOrd="0" presId="urn:microsoft.com/office/officeart/2005/8/layout/radial6"/>
    <dgm:cxn modelId="{F57941D8-4022-47C4-A9D2-DBB8E38A6398}" type="presOf" srcId="{94E7F472-9BD2-44B6-B6C3-A6E8929BE754}" destId="{3DDBAD7B-5A00-4AEE-B35E-29DF4145648F}" srcOrd="0" destOrd="0" presId="urn:microsoft.com/office/officeart/2005/8/layout/radial6"/>
    <dgm:cxn modelId="{21C345EE-B31C-4758-9034-B4D2E36B43C2}" type="presOf" srcId="{2BF4CFE4-521B-4C76-A9F8-DE78E940FB06}" destId="{4ED98508-54AE-44ED-8FA2-D0AAACD16BC4}" srcOrd="0" destOrd="0" presId="urn:microsoft.com/office/officeart/2005/8/layout/radial6"/>
    <dgm:cxn modelId="{8A4357F0-C61F-4252-8A83-F9D5ABF7A487}" srcId="{94E7F472-9BD2-44B6-B6C3-A6E8929BE754}" destId="{2BF4CFE4-521B-4C76-A9F8-DE78E940FB06}" srcOrd="3" destOrd="0" parTransId="{20B17FED-46EF-472E-A7F5-F021D1759626}" sibTransId="{4587E35C-7A14-4F54-8260-1470E6F312E5}"/>
    <dgm:cxn modelId="{AE6671F2-AF1C-403F-BD0F-A707DFA9D1F3}" srcId="{94E7F472-9BD2-44B6-B6C3-A6E8929BE754}" destId="{CFC875BE-A3BC-4870-BCD4-394DFA01D22E}" srcOrd="5" destOrd="0" parTransId="{ECBD277A-2B03-4D1C-B9E9-4D894329E338}" sibTransId="{7564CF63-4130-423D-8839-77B3CF9038B0}"/>
    <dgm:cxn modelId="{106A6CA4-055C-4043-BB2B-0971EB9A28D0}" type="presParOf" srcId="{B44E1911-2F48-48FA-A86A-F165FFD77DB2}" destId="{3DDBAD7B-5A00-4AEE-B35E-29DF4145648F}" srcOrd="0" destOrd="0" presId="urn:microsoft.com/office/officeart/2005/8/layout/radial6"/>
    <dgm:cxn modelId="{F411A607-6DD4-4408-A773-3165B31638D0}" type="presParOf" srcId="{B44E1911-2F48-48FA-A86A-F165FFD77DB2}" destId="{5FD2BE43-9E27-49B6-A06D-FE520E72C5FD}" srcOrd="1" destOrd="0" presId="urn:microsoft.com/office/officeart/2005/8/layout/radial6"/>
    <dgm:cxn modelId="{0AE7D661-B3D7-41C7-8D9C-2B7626F43386}" type="presParOf" srcId="{B44E1911-2F48-48FA-A86A-F165FFD77DB2}" destId="{1A219FD5-AB5C-468B-B235-09647C1A6A15}" srcOrd="2" destOrd="0" presId="urn:microsoft.com/office/officeart/2005/8/layout/radial6"/>
    <dgm:cxn modelId="{B58FC680-E573-453C-98C7-2A934FDBB270}" type="presParOf" srcId="{B44E1911-2F48-48FA-A86A-F165FFD77DB2}" destId="{0EA6122F-CC13-4A0E-907D-A49086E32904}" srcOrd="3" destOrd="0" presId="urn:microsoft.com/office/officeart/2005/8/layout/radial6"/>
    <dgm:cxn modelId="{98F9DFE9-E825-44B5-BB52-CC48B428E5C2}" type="presParOf" srcId="{B44E1911-2F48-48FA-A86A-F165FFD77DB2}" destId="{1BA3BEAF-1546-4977-938A-A81807F1CC17}" srcOrd="4" destOrd="0" presId="urn:microsoft.com/office/officeart/2005/8/layout/radial6"/>
    <dgm:cxn modelId="{B4882768-6687-482D-8154-94DEEDFBC977}" type="presParOf" srcId="{B44E1911-2F48-48FA-A86A-F165FFD77DB2}" destId="{44DD2553-11BA-4942-B7E1-27109345CEE2}" srcOrd="5" destOrd="0" presId="urn:microsoft.com/office/officeart/2005/8/layout/radial6"/>
    <dgm:cxn modelId="{D31E7588-56D1-429B-ABC1-A03732BF93FE}" type="presParOf" srcId="{B44E1911-2F48-48FA-A86A-F165FFD77DB2}" destId="{5147920A-2102-47BD-82E8-D476D26F0AF5}" srcOrd="6" destOrd="0" presId="urn:microsoft.com/office/officeart/2005/8/layout/radial6"/>
    <dgm:cxn modelId="{5B35C0FD-09DD-4393-B61C-23A4F4204E65}" type="presParOf" srcId="{B44E1911-2F48-48FA-A86A-F165FFD77DB2}" destId="{B24DD2BC-625A-4538-B0B1-A1A435D607AD}" srcOrd="7" destOrd="0" presId="urn:microsoft.com/office/officeart/2005/8/layout/radial6"/>
    <dgm:cxn modelId="{50F6093A-5B10-4793-BD56-06067514F744}" type="presParOf" srcId="{B44E1911-2F48-48FA-A86A-F165FFD77DB2}" destId="{221FF297-740B-4F73-9D5A-3751FEE47822}" srcOrd="8" destOrd="0" presId="urn:microsoft.com/office/officeart/2005/8/layout/radial6"/>
    <dgm:cxn modelId="{EDE616F1-C490-45B5-9470-A98216303162}" type="presParOf" srcId="{B44E1911-2F48-48FA-A86A-F165FFD77DB2}" destId="{8EC0535F-8616-40F2-B1EB-033A93565D85}" srcOrd="9" destOrd="0" presId="urn:microsoft.com/office/officeart/2005/8/layout/radial6"/>
    <dgm:cxn modelId="{9A2787F9-F368-4DAC-947D-BA8A04BE8DE4}" type="presParOf" srcId="{B44E1911-2F48-48FA-A86A-F165FFD77DB2}" destId="{4ED98508-54AE-44ED-8FA2-D0AAACD16BC4}" srcOrd="10" destOrd="0" presId="urn:microsoft.com/office/officeart/2005/8/layout/radial6"/>
    <dgm:cxn modelId="{1DDFAFF5-41FE-4628-BF5D-82452C52AD3B}" type="presParOf" srcId="{B44E1911-2F48-48FA-A86A-F165FFD77DB2}" destId="{D01D820D-E285-445F-9ED1-010588A11341}" srcOrd="11" destOrd="0" presId="urn:microsoft.com/office/officeart/2005/8/layout/radial6"/>
    <dgm:cxn modelId="{90F8B82D-35A5-44CE-8F6A-35B133510B79}" type="presParOf" srcId="{B44E1911-2F48-48FA-A86A-F165FFD77DB2}" destId="{4C1167CC-0CC7-4DFB-9441-5AFC9186A1C5}" srcOrd="12" destOrd="0" presId="urn:microsoft.com/office/officeart/2005/8/layout/radial6"/>
    <dgm:cxn modelId="{EA23BE79-64C3-40A8-92CF-0A48D40AFC08}" type="presParOf" srcId="{B44E1911-2F48-48FA-A86A-F165FFD77DB2}" destId="{7AE78FE2-D33B-4455-B4E0-6DC05F250BC6}" srcOrd="13" destOrd="0" presId="urn:microsoft.com/office/officeart/2005/8/layout/radial6"/>
    <dgm:cxn modelId="{08FBA04E-9184-4CCB-97A0-DFCC0071A691}" type="presParOf" srcId="{B44E1911-2F48-48FA-A86A-F165FFD77DB2}" destId="{B91E0575-858E-4F49-BD3A-ABF787178CD7}" srcOrd="14" destOrd="0" presId="urn:microsoft.com/office/officeart/2005/8/layout/radial6"/>
    <dgm:cxn modelId="{C5764C2A-7C81-43A5-8E28-9D0470561A0A}" type="presParOf" srcId="{B44E1911-2F48-48FA-A86A-F165FFD77DB2}" destId="{17F6D1F3-7F9E-4E9A-B11C-0D084C447CEA}" srcOrd="15" destOrd="0" presId="urn:microsoft.com/office/officeart/2005/8/layout/radial6"/>
    <dgm:cxn modelId="{41CE8A46-CAF8-4F48-B672-B03B4832A0A2}" type="presParOf" srcId="{B44E1911-2F48-48FA-A86A-F165FFD77DB2}" destId="{545E5462-EF25-4D2F-A567-D4EF4ACB713B}" srcOrd="16" destOrd="0" presId="urn:microsoft.com/office/officeart/2005/8/layout/radial6"/>
    <dgm:cxn modelId="{E043DEC0-7BFC-4FBB-AA09-EFB61BA34EDF}" type="presParOf" srcId="{B44E1911-2F48-48FA-A86A-F165FFD77DB2}" destId="{F80E183E-26ED-4480-9841-1F83BAE71B83}" srcOrd="17" destOrd="0" presId="urn:microsoft.com/office/officeart/2005/8/layout/radial6"/>
    <dgm:cxn modelId="{B7F3902F-8B85-4D46-8B2F-8AE0FC266C66}" type="presParOf" srcId="{B44E1911-2F48-48FA-A86A-F165FFD77DB2}" destId="{95ADBC73-F5F4-4276-A5C2-0F543557A553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1FD352-D4C3-40E1-AB64-9FD50BE0CF7D}" type="doc">
      <dgm:prSet loTypeId="urn:microsoft.com/office/officeart/2005/8/layout/radial6" loCatId="cycle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pPr rtl="1"/>
          <a:endParaRPr lang="ar-AE"/>
        </a:p>
      </dgm:t>
    </dgm:pt>
    <dgm:pt modelId="{94E7F472-9BD2-44B6-B6C3-A6E8929BE754}">
      <dgm:prSet phldrT="[Text]"/>
      <dgm:spPr/>
      <dgm:t>
        <a:bodyPr/>
        <a:lstStyle/>
        <a:p>
          <a:pPr rtl="1"/>
          <a:r>
            <a:rPr lang="en-US" dirty="0"/>
            <a:t>STUDENT</a:t>
          </a:r>
          <a:endParaRPr lang="ar-AE" dirty="0"/>
        </a:p>
      </dgm:t>
    </dgm:pt>
    <dgm:pt modelId="{7F221100-BA0A-40B6-B85C-7A6163E953DE}" type="par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5253C615-22BB-475D-BF79-F82543DFB958}" type="sib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01599091-D77B-429B-AE60-A82884833C7A}">
      <dgm:prSet phldrT="[Text]"/>
      <dgm:spPr/>
      <dgm:t>
        <a:bodyPr/>
        <a:lstStyle/>
        <a:p>
          <a:pPr rtl="1"/>
          <a:r>
            <a:rPr lang="en-US" dirty="0"/>
            <a:t>Manage Registrations</a:t>
          </a:r>
          <a:endParaRPr lang="ar-AE" dirty="0"/>
        </a:p>
      </dgm:t>
    </dgm:pt>
    <dgm:pt modelId="{D429122F-B073-4578-96C6-C85049127536}" type="par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6CD8D990-B2EA-476D-99A2-F901F6A565B8}" type="sib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BA601FF6-063E-4786-911A-6A10D1741327}">
      <dgm:prSet phldrT="[Text]"/>
      <dgm:spPr/>
      <dgm:t>
        <a:bodyPr/>
        <a:lstStyle/>
        <a:p>
          <a:pPr rtl="1"/>
          <a:r>
            <a:rPr lang="en-US" dirty="0"/>
            <a:t>Manage Ratings</a:t>
          </a:r>
          <a:endParaRPr lang="ar-AE" dirty="0"/>
        </a:p>
      </dgm:t>
    </dgm:pt>
    <dgm:pt modelId="{D0DB9B48-7A4E-4FAC-B8BE-93315C67DDC7}" type="par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DA053CEA-F3FB-495B-B22F-B4BBDF0DE43B}" type="sib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87DE0371-1386-489B-A249-F8EE798DAEA1}">
      <dgm:prSet phldrT="[Text]"/>
      <dgm:spPr/>
      <dgm:t>
        <a:bodyPr/>
        <a:lstStyle/>
        <a:p>
          <a:pPr rtl="1"/>
          <a:r>
            <a:rPr lang="en-US" dirty="0"/>
            <a:t>Manage Personal Certificates</a:t>
          </a:r>
          <a:endParaRPr lang="ar-AE" dirty="0"/>
        </a:p>
      </dgm:t>
    </dgm:pt>
    <dgm:pt modelId="{F6999B2A-030F-4739-8335-02CD0C7821D5}" type="par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CABC6747-7377-4997-888B-ABC2E3A10882}" type="sib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B44E1911-2F48-48FA-A86A-F165FFD77DB2}" type="pres">
      <dgm:prSet presAssocID="{C71FD352-D4C3-40E1-AB64-9FD50BE0CF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DBAD7B-5A00-4AEE-B35E-29DF4145648F}" type="pres">
      <dgm:prSet presAssocID="{94E7F472-9BD2-44B6-B6C3-A6E8929BE754}" presName="centerShape" presStyleLbl="node0" presStyleIdx="0" presStyleCnt="1"/>
      <dgm:spPr/>
    </dgm:pt>
    <dgm:pt modelId="{5FD2BE43-9E27-49B6-A06D-FE520E72C5FD}" type="pres">
      <dgm:prSet presAssocID="{01599091-D77B-429B-AE60-A82884833C7A}" presName="node" presStyleLbl="node1" presStyleIdx="0" presStyleCnt="3">
        <dgm:presLayoutVars>
          <dgm:bulletEnabled val="1"/>
        </dgm:presLayoutVars>
      </dgm:prSet>
      <dgm:spPr/>
    </dgm:pt>
    <dgm:pt modelId="{1A219FD5-AB5C-468B-B235-09647C1A6A15}" type="pres">
      <dgm:prSet presAssocID="{01599091-D77B-429B-AE60-A82884833C7A}" presName="dummy" presStyleCnt="0"/>
      <dgm:spPr/>
    </dgm:pt>
    <dgm:pt modelId="{0EA6122F-CC13-4A0E-907D-A49086E32904}" type="pres">
      <dgm:prSet presAssocID="{6CD8D990-B2EA-476D-99A2-F901F6A565B8}" presName="sibTrans" presStyleLbl="sibTrans2D1" presStyleIdx="0" presStyleCnt="3"/>
      <dgm:spPr/>
    </dgm:pt>
    <dgm:pt modelId="{1BA3BEAF-1546-4977-938A-A81807F1CC17}" type="pres">
      <dgm:prSet presAssocID="{BA601FF6-063E-4786-911A-6A10D1741327}" presName="node" presStyleLbl="node1" presStyleIdx="1" presStyleCnt="3">
        <dgm:presLayoutVars>
          <dgm:bulletEnabled val="1"/>
        </dgm:presLayoutVars>
      </dgm:prSet>
      <dgm:spPr/>
    </dgm:pt>
    <dgm:pt modelId="{44DD2553-11BA-4942-B7E1-27109345CEE2}" type="pres">
      <dgm:prSet presAssocID="{BA601FF6-063E-4786-911A-6A10D1741327}" presName="dummy" presStyleCnt="0"/>
      <dgm:spPr/>
    </dgm:pt>
    <dgm:pt modelId="{5147920A-2102-47BD-82E8-D476D26F0AF5}" type="pres">
      <dgm:prSet presAssocID="{DA053CEA-F3FB-495B-B22F-B4BBDF0DE43B}" presName="sibTrans" presStyleLbl="sibTrans2D1" presStyleIdx="1" presStyleCnt="3"/>
      <dgm:spPr/>
    </dgm:pt>
    <dgm:pt modelId="{B24DD2BC-625A-4538-B0B1-A1A435D607AD}" type="pres">
      <dgm:prSet presAssocID="{87DE0371-1386-489B-A249-F8EE798DAEA1}" presName="node" presStyleLbl="node1" presStyleIdx="2" presStyleCnt="3">
        <dgm:presLayoutVars>
          <dgm:bulletEnabled val="1"/>
        </dgm:presLayoutVars>
      </dgm:prSet>
      <dgm:spPr/>
    </dgm:pt>
    <dgm:pt modelId="{221FF297-740B-4F73-9D5A-3751FEE47822}" type="pres">
      <dgm:prSet presAssocID="{87DE0371-1386-489B-A249-F8EE798DAEA1}" presName="dummy" presStyleCnt="0"/>
      <dgm:spPr/>
    </dgm:pt>
    <dgm:pt modelId="{8EC0535F-8616-40F2-B1EB-033A93565D85}" type="pres">
      <dgm:prSet presAssocID="{CABC6747-7377-4997-888B-ABC2E3A10882}" presName="sibTrans" presStyleLbl="sibTrans2D1" presStyleIdx="2" presStyleCnt="3"/>
      <dgm:spPr/>
    </dgm:pt>
  </dgm:ptLst>
  <dgm:cxnLst>
    <dgm:cxn modelId="{574E1800-79EE-4D22-840D-9BB5F7D01BDC}" type="presOf" srcId="{6CD8D990-B2EA-476D-99A2-F901F6A565B8}" destId="{0EA6122F-CC13-4A0E-907D-A49086E32904}" srcOrd="0" destOrd="0" presId="urn:microsoft.com/office/officeart/2005/8/layout/radial6"/>
    <dgm:cxn modelId="{7D688904-431C-48FC-A3D0-74FCB4A41937}" srcId="{94E7F472-9BD2-44B6-B6C3-A6E8929BE754}" destId="{01599091-D77B-429B-AE60-A82884833C7A}" srcOrd="0" destOrd="0" parTransId="{D429122F-B073-4578-96C6-C85049127536}" sibTransId="{6CD8D990-B2EA-476D-99A2-F901F6A565B8}"/>
    <dgm:cxn modelId="{D1F06941-4947-48A9-80F8-2E0669EB3040}" type="presOf" srcId="{BA601FF6-063E-4786-911A-6A10D1741327}" destId="{1BA3BEAF-1546-4977-938A-A81807F1CC17}" srcOrd="0" destOrd="0" presId="urn:microsoft.com/office/officeart/2005/8/layout/radial6"/>
    <dgm:cxn modelId="{5FC8BF67-E2D8-4187-861F-55B83D04A9C8}" type="presOf" srcId="{C71FD352-D4C3-40E1-AB64-9FD50BE0CF7D}" destId="{B44E1911-2F48-48FA-A86A-F165FFD77DB2}" srcOrd="0" destOrd="0" presId="urn:microsoft.com/office/officeart/2005/8/layout/radial6"/>
    <dgm:cxn modelId="{C45C5A48-E112-46C8-8AC0-E2515700F043}" type="presOf" srcId="{DA053CEA-F3FB-495B-B22F-B4BBDF0DE43B}" destId="{5147920A-2102-47BD-82E8-D476D26F0AF5}" srcOrd="0" destOrd="0" presId="urn:microsoft.com/office/officeart/2005/8/layout/radial6"/>
    <dgm:cxn modelId="{EF07DC70-8C9E-4F69-B723-F32E329A929B}" type="presOf" srcId="{87DE0371-1386-489B-A249-F8EE798DAEA1}" destId="{B24DD2BC-625A-4538-B0B1-A1A435D607AD}" srcOrd="0" destOrd="0" presId="urn:microsoft.com/office/officeart/2005/8/layout/radial6"/>
    <dgm:cxn modelId="{E0B5BA74-653F-4D36-9D71-4CEE66559E5D}" srcId="{C71FD352-D4C3-40E1-AB64-9FD50BE0CF7D}" destId="{94E7F472-9BD2-44B6-B6C3-A6E8929BE754}" srcOrd="0" destOrd="0" parTransId="{7F221100-BA0A-40B6-B85C-7A6163E953DE}" sibTransId="{5253C615-22BB-475D-BF79-F82543DFB958}"/>
    <dgm:cxn modelId="{18F60879-CAFB-45A7-8D73-13AC1A90B117}" type="presOf" srcId="{CABC6747-7377-4997-888B-ABC2E3A10882}" destId="{8EC0535F-8616-40F2-B1EB-033A93565D85}" srcOrd="0" destOrd="0" presId="urn:microsoft.com/office/officeart/2005/8/layout/radial6"/>
    <dgm:cxn modelId="{5B38F29D-CCD9-48A3-AD45-97DE5773FF33}" srcId="{94E7F472-9BD2-44B6-B6C3-A6E8929BE754}" destId="{BA601FF6-063E-4786-911A-6A10D1741327}" srcOrd="1" destOrd="0" parTransId="{D0DB9B48-7A4E-4FAC-B8BE-93315C67DDC7}" sibTransId="{DA053CEA-F3FB-495B-B22F-B4BBDF0DE43B}"/>
    <dgm:cxn modelId="{A58378B1-2236-4089-AE8A-B83B5D9ACC38}" srcId="{94E7F472-9BD2-44B6-B6C3-A6E8929BE754}" destId="{87DE0371-1386-489B-A249-F8EE798DAEA1}" srcOrd="2" destOrd="0" parTransId="{F6999B2A-030F-4739-8335-02CD0C7821D5}" sibTransId="{CABC6747-7377-4997-888B-ABC2E3A10882}"/>
    <dgm:cxn modelId="{CD57E3C5-8C18-49B9-98BE-F090C24412AC}" type="presOf" srcId="{01599091-D77B-429B-AE60-A82884833C7A}" destId="{5FD2BE43-9E27-49B6-A06D-FE520E72C5FD}" srcOrd="0" destOrd="0" presId="urn:microsoft.com/office/officeart/2005/8/layout/radial6"/>
    <dgm:cxn modelId="{F57941D8-4022-47C4-A9D2-DBB8E38A6398}" type="presOf" srcId="{94E7F472-9BD2-44B6-B6C3-A6E8929BE754}" destId="{3DDBAD7B-5A00-4AEE-B35E-29DF4145648F}" srcOrd="0" destOrd="0" presId="urn:microsoft.com/office/officeart/2005/8/layout/radial6"/>
    <dgm:cxn modelId="{106A6CA4-055C-4043-BB2B-0971EB9A28D0}" type="presParOf" srcId="{B44E1911-2F48-48FA-A86A-F165FFD77DB2}" destId="{3DDBAD7B-5A00-4AEE-B35E-29DF4145648F}" srcOrd="0" destOrd="0" presId="urn:microsoft.com/office/officeart/2005/8/layout/radial6"/>
    <dgm:cxn modelId="{F411A607-6DD4-4408-A773-3165B31638D0}" type="presParOf" srcId="{B44E1911-2F48-48FA-A86A-F165FFD77DB2}" destId="{5FD2BE43-9E27-49B6-A06D-FE520E72C5FD}" srcOrd="1" destOrd="0" presId="urn:microsoft.com/office/officeart/2005/8/layout/radial6"/>
    <dgm:cxn modelId="{0AE7D661-B3D7-41C7-8D9C-2B7626F43386}" type="presParOf" srcId="{B44E1911-2F48-48FA-A86A-F165FFD77DB2}" destId="{1A219FD5-AB5C-468B-B235-09647C1A6A15}" srcOrd="2" destOrd="0" presId="urn:microsoft.com/office/officeart/2005/8/layout/radial6"/>
    <dgm:cxn modelId="{B58FC680-E573-453C-98C7-2A934FDBB270}" type="presParOf" srcId="{B44E1911-2F48-48FA-A86A-F165FFD77DB2}" destId="{0EA6122F-CC13-4A0E-907D-A49086E32904}" srcOrd="3" destOrd="0" presId="urn:microsoft.com/office/officeart/2005/8/layout/radial6"/>
    <dgm:cxn modelId="{98F9DFE9-E825-44B5-BB52-CC48B428E5C2}" type="presParOf" srcId="{B44E1911-2F48-48FA-A86A-F165FFD77DB2}" destId="{1BA3BEAF-1546-4977-938A-A81807F1CC17}" srcOrd="4" destOrd="0" presId="urn:microsoft.com/office/officeart/2005/8/layout/radial6"/>
    <dgm:cxn modelId="{B4882768-6687-482D-8154-94DEEDFBC977}" type="presParOf" srcId="{B44E1911-2F48-48FA-A86A-F165FFD77DB2}" destId="{44DD2553-11BA-4942-B7E1-27109345CEE2}" srcOrd="5" destOrd="0" presId="urn:microsoft.com/office/officeart/2005/8/layout/radial6"/>
    <dgm:cxn modelId="{D31E7588-56D1-429B-ABC1-A03732BF93FE}" type="presParOf" srcId="{B44E1911-2F48-48FA-A86A-F165FFD77DB2}" destId="{5147920A-2102-47BD-82E8-D476D26F0AF5}" srcOrd="6" destOrd="0" presId="urn:microsoft.com/office/officeart/2005/8/layout/radial6"/>
    <dgm:cxn modelId="{5B35C0FD-09DD-4393-B61C-23A4F4204E65}" type="presParOf" srcId="{B44E1911-2F48-48FA-A86A-F165FFD77DB2}" destId="{B24DD2BC-625A-4538-B0B1-A1A435D607AD}" srcOrd="7" destOrd="0" presId="urn:microsoft.com/office/officeart/2005/8/layout/radial6"/>
    <dgm:cxn modelId="{50F6093A-5B10-4793-BD56-06067514F744}" type="presParOf" srcId="{B44E1911-2F48-48FA-A86A-F165FFD77DB2}" destId="{221FF297-740B-4F73-9D5A-3751FEE47822}" srcOrd="8" destOrd="0" presId="urn:microsoft.com/office/officeart/2005/8/layout/radial6"/>
    <dgm:cxn modelId="{EDE616F1-C490-45B5-9470-A98216303162}" type="presParOf" srcId="{B44E1911-2F48-48FA-A86A-F165FFD77DB2}" destId="{8EC0535F-8616-40F2-B1EB-033A93565D85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1FD352-D4C3-40E1-AB64-9FD50BE0CF7D}" type="doc">
      <dgm:prSet loTypeId="urn:microsoft.com/office/officeart/2005/8/layout/radial6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pPr rtl="1"/>
          <a:endParaRPr lang="ar-AE"/>
        </a:p>
      </dgm:t>
    </dgm:pt>
    <dgm:pt modelId="{94E7F472-9BD2-44B6-B6C3-A6E8929BE754}">
      <dgm:prSet phldrT="[Text]"/>
      <dgm:spPr/>
      <dgm:t>
        <a:bodyPr/>
        <a:lstStyle/>
        <a:p>
          <a:pPr rtl="1"/>
          <a:r>
            <a:rPr lang="en-US" dirty="0"/>
            <a:t>TEACHER</a:t>
          </a:r>
          <a:endParaRPr lang="ar-AE" dirty="0"/>
        </a:p>
      </dgm:t>
    </dgm:pt>
    <dgm:pt modelId="{7F221100-BA0A-40B6-B85C-7A6163E953DE}" type="par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5253C615-22BB-475D-BF79-F82543DFB958}" type="sib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01599091-D77B-429B-AE60-A82884833C7A}">
      <dgm:prSet phldrT="[Text]"/>
      <dgm:spPr/>
      <dgm:t>
        <a:bodyPr/>
        <a:lstStyle/>
        <a:p>
          <a:pPr rtl="1"/>
          <a:r>
            <a:rPr lang="en-US" dirty="0"/>
            <a:t>Manage Courses</a:t>
          </a:r>
          <a:endParaRPr lang="ar-AE" dirty="0"/>
        </a:p>
      </dgm:t>
    </dgm:pt>
    <dgm:pt modelId="{D429122F-B073-4578-96C6-C85049127536}" type="par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6CD8D990-B2EA-476D-99A2-F901F6A565B8}" type="sib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BA601FF6-063E-4786-911A-6A10D1741327}">
      <dgm:prSet phldrT="[Text]"/>
      <dgm:spPr/>
      <dgm:t>
        <a:bodyPr/>
        <a:lstStyle/>
        <a:p>
          <a:pPr rtl="1"/>
          <a:r>
            <a:rPr lang="en-US" dirty="0"/>
            <a:t>Manage Content</a:t>
          </a:r>
          <a:endParaRPr lang="ar-AE" dirty="0"/>
        </a:p>
      </dgm:t>
    </dgm:pt>
    <dgm:pt modelId="{D0DB9B48-7A4E-4FAC-B8BE-93315C67DDC7}" type="par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DA053CEA-F3FB-495B-B22F-B4BBDF0DE43B}" type="sib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87DE0371-1386-489B-A249-F8EE798DAEA1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1"/>
          <a:r>
            <a:rPr lang="en-US" dirty="0"/>
            <a:t>Manage Tests</a:t>
          </a:r>
          <a:endParaRPr lang="ar-AE" dirty="0"/>
        </a:p>
      </dgm:t>
    </dgm:pt>
    <dgm:pt modelId="{F6999B2A-030F-4739-8335-02CD0C7821D5}" type="par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CABC6747-7377-4997-888B-ABC2E3A10882}" type="sib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2BF4CFE4-521B-4C76-A9F8-DE78E940FB06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1"/>
          <a:r>
            <a:rPr lang="en-US" dirty="0"/>
            <a:t>Manage Registration Requests</a:t>
          </a:r>
          <a:endParaRPr lang="ar-AE" dirty="0"/>
        </a:p>
      </dgm:t>
    </dgm:pt>
    <dgm:pt modelId="{20B17FED-46EF-472E-A7F5-F021D1759626}" type="par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4587E35C-7A14-4F54-8260-1470E6F312E5}" type="sib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89572EDF-8996-4B8F-8B37-64F3C5B2B4F3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1"/>
          <a:r>
            <a:rPr lang="en-US" dirty="0"/>
            <a:t>Manage Certificates Requests</a:t>
          </a:r>
          <a:endParaRPr lang="ar-AE" dirty="0"/>
        </a:p>
      </dgm:t>
    </dgm:pt>
    <dgm:pt modelId="{38E785DF-29BB-443F-BB98-368C844C78B8}" type="parTrans" cxnId="{80F77040-B888-4A02-BD78-D762A00F5B8E}">
      <dgm:prSet/>
      <dgm:spPr/>
      <dgm:t>
        <a:bodyPr/>
        <a:lstStyle/>
        <a:p>
          <a:pPr rtl="1"/>
          <a:endParaRPr lang="ar-AE"/>
        </a:p>
      </dgm:t>
    </dgm:pt>
    <dgm:pt modelId="{C4E96A16-38C4-453B-9E02-4CBD685B03BB}" type="sibTrans" cxnId="{80F77040-B888-4A02-BD78-D762A00F5B8E}">
      <dgm:prSet/>
      <dgm:spPr/>
      <dgm:t>
        <a:bodyPr/>
        <a:lstStyle/>
        <a:p>
          <a:pPr rtl="1"/>
          <a:endParaRPr lang="ar-AE"/>
        </a:p>
      </dgm:t>
    </dgm:pt>
    <dgm:pt modelId="{B44E1911-2F48-48FA-A86A-F165FFD77DB2}" type="pres">
      <dgm:prSet presAssocID="{C71FD352-D4C3-40E1-AB64-9FD50BE0CF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DBAD7B-5A00-4AEE-B35E-29DF4145648F}" type="pres">
      <dgm:prSet presAssocID="{94E7F472-9BD2-44B6-B6C3-A6E8929BE754}" presName="centerShape" presStyleLbl="node0" presStyleIdx="0" presStyleCnt="1"/>
      <dgm:spPr/>
    </dgm:pt>
    <dgm:pt modelId="{5FD2BE43-9E27-49B6-A06D-FE520E72C5FD}" type="pres">
      <dgm:prSet presAssocID="{01599091-D77B-429B-AE60-A82884833C7A}" presName="node" presStyleLbl="node1" presStyleIdx="0" presStyleCnt="5">
        <dgm:presLayoutVars>
          <dgm:bulletEnabled val="1"/>
        </dgm:presLayoutVars>
      </dgm:prSet>
      <dgm:spPr/>
    </dgm:pt>
    <dgm:pt modelId="{1A219FD5-AB5C-468B-B235-09647C1A6A15}" type="pres">
      <dgm:prSet presAssocID="{01599091-D77B-429B-AE60-A82884833C7A}" presName="dummy" presStyleCnt="0"/>
      <dgm:spPr/>
    </dgm:pt>
    <dgm:pt modelId="{0EA6122F-CC13-4A0E-907D-A49086E32904}" type="pres">
      <dgm:prSet presAssocID="{6CD8D990-B2EA-476D-99A2-F901F6A565B8}" presName="sibTrans" presStyleLbl="sibTrans2D1" presStyleIdx="0" presStyleCnt="5"/>
      <dgm:spPr/>
    </dgm:pt>
    <dgm:pt modelId="{1BA3BEAF-1546-4977-938A-A81807F1CC17}" type="pres">
      <dgm:prSet presAssocID="{BA601FF6-063E-4786-911A-6A10D1741327}" presName="node" presStyleLbl="node1" presStyleIdx="1" presStyleCnt="5">
        <dgm:presLayoutVars>
          <dgm:bulletEnabled val="1"/>
        </dgm:presLayoutVars>
      </dgm:prSet>
      <dgm:spPr/>
    </dgm:pt>
    <dgm:pt modelId="{44DD2553-11BA-4942-B7E1-27109345CEE2}" type="pres">
      <dgm:prSet presAssocID="{BA601FF6-063E-4786-911A-6A10D1741327}" presName="dummy" presStyleCnt="0"/>
      <dgm:spPr/>
    </dgm:pt>
    <dgm:pt modelId="{5147920A-2102-47BD-82E8-D476D26F0AF5}" type="pres">
      <dgm:prSet presAssocID="{DA053CEA-F3FB-495B-B22F-B4BBDF0DE43B}" presName="sibTrans" presStyleLbl="sibTrans2D1" presStyleIdx="1" presStyleCnt="5"/>
      <dgm:spPr/>
    </dgm:pt>
    <dgm:pt modelId="{B24DD2BC-625A-4538-B0B1-A1A435D607AD}" type="pres">
      <dgm:prSet presAssocID="{87DE0371-1386-489B-A249-F8EE798DAEA1}" presName="node" presStyleLbl="node1" presStyleIdx="2" presStyleCnt="5">
        <dgm:presLayoutVars>
          <dgm:bulletEnabled val="1"/>
        </dgm:presLayoutVars>
      </dgm:prSet>
      <dgm:spPr/>
    </dgm:pt>
    <dgm:pt modelId="{221FF297-740B-4F73-9D5A-3751FEE47822}" type="pres">
      <dgm:prSet presAssocID="{87DE0371-1386-489B-A249-F8EE798DAEA1}" presName="dummy" presStyleCnt="0"/>
      <dgm:spPr/>
    </dgm:pt>
    <dgm:pt modelId="{8EC0535F-8616-40F2-B1EB-033A93565D85}" type="pres">
      <dgm:prSet presAssocID="{CABC6747-7377-4997-888B-ABC2E3A10882}" presName="sibTrans" presStyleLbl="sibTrans2D1" presStyleIdx="2" presStyleCnt="5"/>
      <dgm:spPr/>
    </dgm:pt>
    <dgm:pt modelId="{46BD820F-D8BC-48B8-B22B-65DD452671ED}" type="pres">
      <dgm:prSet presAssocID="{89572EDF-8996-4B8F-8B37-64F3C5B2B4F3}" presName="node" presStyleLbl="node1" presStyleIdx="3" presStyleCnt="5">
        <dgm:presLayoutVars>
          <dgm:bulletEnabled val="1"/>
        </dgm:presLayoutVars>
      </dgm:prSet>
      <dgm:spPr/>
    </dgm:pt>
    <dgm:pt modelId="{D13616E7-0F2D-457A-A23F-7646AB7C17CE}" type="pres">
      <dgm:prSet presAssocID="{89572EDF-8996-4B8F-8B37-64F3C5B2B4F3}" presName="dummy" presStyleCnt="0"/>
      <dgm:spPr/>
    </dgm:pt>
    <dgm:pt modelId="{6F58ABF6-1BE1-418D-99C5-5880FA6D30FC}" type="pres">
      <dgm:prSet presAssocID="{C4E96A16-38C4-453B-9E02-4CBD685B03BB}" presName="sibTrans" presStyleLbl="sibTrans2D1" presStyleIdx="3" presStyleCnt="5"/>
      <dgm:spPr/>
    </dgm:pt>
    <dgm:pt modelId="{4ED98508-54AE-44ED-8FA2-D0AAACD16BC4}" type="pres">
      <dgm:prSet presAssocID="{2BF4CFE4-521B-4C76-A9F8-DE78E940FB06}" presName="node" presStyleLbl="node1" presStyleIdx="4" presStyleCnt="5">
        <dgm:presLayoutVars>
          <dgm:bulletEnabled val="1"/>
        </dgm:presLayoutVars>
      </dgm:prSet>
      <dgm:spPr/>
    </dgm:pt>
    <dgm:pt modelId="{D01D820D-E285-445F-9ED1-010588A11341}" type="pres">
      <dgm:prSet presAssocID="{2BF4CFE4-521B-4C76-A9F8-DE78E940FB06}" presName="dummy" presStyleCnt="0"/>
      <dgm:spPr/>
    </dgm:pt>
    <dgm:pt modelId="{4C1167CC-0CC7-4DFB-9441-5AFC9186A1C5}" type="pres">
      <dgm:prSet presAssocID="{4587E35C-7A14-4F54-8260-1470E6F312E5}" presName="sibTrans" presStyleLbl="sibTrans2D1" presStyleIdx="4" presStyleCnt="5"/>
      <dgm:spPr/>
    </dgm:pt>
  </dgm:ptLst>
  <dgm:cxnLst>
    <dgm:cxn modelId="{574E1800-79EE-4D22-840D-9BB5F7D01BDC}" type="presOf" srcId="{6CD8D990-B2EA-476D-99A2-F901F6A565B8}" destId="{0EA6122F-CC13-4A0E-907D-A49086E32904}" srcOrd="0" destOrd="0" presId="urn:microsoft.com/office/officeart/2005/8/layout/radial6"/>
    <dgm:cxn modelId="{7D688904-431C-48FC-A3D0-74FCB4A41937}" srcId="{94E7F472-9BD2-44B6-B6C3-A6E8929BE754}" destId="{01599091-D77B-429B-AE60-A82884833C7A}" srcOrd="0" destOrd="0" parTransId="{D429122F-B073-4578-96C6-C85049127536}" sibTransId="{6CD8D990-B2EA-476D-99A2-F901F6A565B8}"/>
    <dgm:cxn modelId="{BE9E9B28-257E-4172-A90B-A1B4D1243288}" type="presOf" srcId="{4587E35C-7A14-4F54-8260-1470E6F312E5}" destId="{4C1167CC-0CC7-4DFB-9441-5AFC9186A1C5}" srcOrd="0" destOrd="0" presId="urn:microsoft.com/office/officeart/2005/8/layout/radial6"/>
    <dgm:cxn modelId="{80F77040-B888-4A02-BD78-D762A00F5B8E}" srcId="{94E7F472-9BD2-44B6-B6C3-A6E8929BE754}" destId="{89572EDF-8996-4B8F-8B37-64F3C5B2B4F3}" srcOrd="3" destOrd="0" parTransId="{38E785DF-29BB-443F-BB98-368C844C78B8}" sibTransId="{C4E96A16-38C4-453B-9E02-4CBD685B03BB}"/>
    <dgm:cxn modelId="{163DFD5C-C438-4C5A-B4F6-C7DDBD8346BE}" type="presOf" srcId="{C4E96A16-38C4-453B-9E02-4CBD685B03BB}" destId="{6F58ABF6-1BE1-418D-99C5-5880FA6D30FC}" srcOrd="0" destOrd="0" presId="urn:microsoft.com/office/officeart/2005/8/layout/radial6"/>
    <dgm:cxn modelId="{D1F06941-4947-48A9-80F8-2E0669EB3040}" type="presOf" srcId="{BA601FF6-063E-4786-911A-6A10D1741327}" destId="{1BA3BEAF-1546-4977-938A-A81807F1CC17}" srcOrd="0" destOrd="0" presId="urn:microsoft.com/office/officeart/2005/8/layout/radial6"/>
    <dgm:cxn modelId="{5FC8BF67-E2D8-4187-861F-55B83D04A9C8}" type="presOf" srcId="{C71FD352-D4C3-40E1-AB64-9FD50BE0CF7D}" destId="{B44E1911-2F48-48FA-A86A-F165FFD77DB2}" srcOrd="0" destOrd="0" presId="urn:microsoft.com/office/officeart/2005/8/layout/radial6"/>
    <dgm:cxn modelId="{C45C5A48-E112-46C8-8AC0-E2515700F043}" type="presOf" srcId="{DA053CEA-F3FB-495B-B22F-B4BBDF0DE43B}" destId="{5147920A-2102-47BD-82E8-D476D26F0AF5}" srcOrd="0" destOrd="0" presId="urn:microsoft.com/office/officeart/2005/8/layout/radial6"/>
    <dgm:cxn modelId="{EF07DC70-8C9E-4F69-B723-F32E329A929B}" type="presOf" srcId="{87DE0371-1386-489B-A249-F8EE798DAEA1}" destId="{B24DD2BC-625A-4538-B0B1-A1A435D607AD}" srcOrd="0" destOrd="0" presId="urn:microsoft.com/office/officeart/2005/8/layout/radial6"/>
    <dgm:cxn modelId="{E0B5BA74-653F-4D36-9D71-4CEE66559E5D}" srcId="{C71FD352-D4C3-40E1-AB64-9FD50BE0CF7D}" destId="{94E7F472-9BD2-44B6-B6C3-A6E8929BE754}" srcOrd="0" destOrd="0" parTransId="{7F221100-BA0A-40B6-B85C-7A6163E953DE}" sibTransId="{5253C615-22BB-475D-BF79-F82543DFB958}"/>
    <dgm:cxn modelId="{18F60879-CAFB-45A7-8D73-13AC1A90B117}" type="presOf" srcId="{CABC6747-7377-4997-888B-ABC2E3A10882}" destId="{8EC0535F-8616-40F2-B1EB-033A93565D85}" srcOrd="0" destOrd="0" presId="urn:microsoft.com/office/officeart/2005/8/layout/radial6"/>
    <dgm:cxn modelId="{5B38F29D-CCD9-48A3-AD45-97DE5773FF33}" srcId="{94E7F472-9BD2-44B6-B6C3-A6E8929BE754}" destId="{BA601FF6-063E-4786-911A-6A10D1741327}" srcOrd="1" destOrd="0" parTransId="{D0DB9B48-7A4E-4FAC-B8BE-93315C67DDC7}" sibTransId="{DA053CEA-F3FB-495B-B22F-B4BBDF0DE43B}"/>
    <dgm:cxn modelId="{D633B49F-1A42-4C18-B86D-33547B610998}" type="presOf" srcId="{89572EDF-8996-4B8F-8B37-64F3C5B2B4F3}" destId="{46BD820F-D8BC-48B8-B22B-65DD452671ED}" srcOrd="0" destOrd="0" presId="urn:microsoft.com/office/officeart/2005/8/layout/radial6"/>
    <dgm:cxn modelId="{A58378B1-2236-4089-AE8A-B83B5D9ACC38}" srcId="{94E7F472-9BD2-44B6-B6C3-A6E8929BE754}" destId="{87DE0371-1386-489B-A249-F8EE798DAEA1}" srcOrd="2" destOrd="0" parTransId="{F6999B2A-030F-4739-8335-02CD0C7821D5}" sibTransId="{CABC6747-7377-4997-888B-ABC2E3A10882}"/>
    <dgm:cxn modelId="{CD57E3C5-8C18-49B9-98BE-F090C24412AC}" type="presOf" srcId="{01599091-D77B-429B-AE60-A82884833C7A}" destId="{5FD2BE43-9E27-49B6-A06D-FE520E72C5FD}" srcOrd="0" destOrd="0" presId="urn:microsoft.com/office/officeart/2005/8/layout/radial6"/>
    <dgm:cxn modelId="{F57941D8-4022-47C4-A9D2-DBB8E38A6398}" type="presOf" srcId="{94E7F472-9BD2-44B6-B6C3-A6E8929BE754}" destId="{3DDBAD7B-5A00-4AEE-B35E-29DF4145648F}" srcOrd="0" destOrd="0" presId="urn:microsoft.com/office/officeart/2005/8/layout/radial6"/>
    <dgm:cxn modelId="{21C345EE-B31C-4758-9034-B4D2E36B43C2}" type="presOf" srcId="{2BF4CFE4-521B-4C76-A9F8-DE78E940FB06}" destId="{4ED98508-54AE-44ED-8FA2-D0AAACD16BC4}" srcOrd="0" destOrd="0" presId="urn:microsoft.com/office/officeart/2005/8/layout/radial6"/>
    <dgm:cxn modelId="{8A4357F0-C61F-4252-8A83-F9D5ABF7A487}" srcId="{94E7F472-9BD2-44B6-B6C3-A6E8929BE754}" destId="{2BF4CFE4-521B-4C76-A9F8-DE78E940FB06}" srcOrd="4" destOrd="0" parTransId="{20B17FED-46EF-472E-A7F5-F021D1759626}" sibTransId="{4587E35C-7A14-4F54-8260-1470E6F312E5}"/>
    <dgm:cxn modelId="{106A6CA4-055C-4043-BB2B-0971EB9A28D0}" type="presParOf" srcId="{B44E1911-2F48-48FA-A86A-F165FFD77DB2}" destId="{3DDBAD7B-5A00-4AEE-B35E-29DF4145648F}" srcOrd="0" destOrd="0" presId="urn:microsoft.com/office/officeart/2005/8/layout/radial6"/>
    <dgm:cxn modelId="{F411A607-6DD4-4408-A773-3165B31638D0}" type="presParOf" srcId="{B44E1911-2F48-48FA-A86A-F165FFD77DB2}" destId="{5FD2BE43-9E27-49B6-A06D-FE520E72C5FD}" srcOrd="1" destOrd="0" presId="urn:microsoft.com/office/officeart/2005/8/layout/radial6"/>
    <dgm:cxn modelId="{0AE7D661-B3D7-41C7-8D9C-2B7626F43386}" type="presParOf" srcId="{B44E1911-2F48-48FA-A86A-F165FFD77DB2}" destId="{1A219FD5-AB5C-468B-B235-09647C1A6A15}" srcOrd="2" destOrd="0" presId="urn:microsoft.com/office/officeart/2005/8/layout/radial6"/>
    <dgm:cxn modelId="{B58FC680-E573-453C-98C7-2A934FDBB270}" type="presParOf" srcId="{B44E1911-2F48-48FA-A86A-F165FFD77DB2}" destId="{0EA6122F-CC13-4A0E-907D-A49086E32904}" srcOrd="3" destOrd="0" presId="urn:microsoft.com/office/officeart/2005/8/layout/radial6"/>
    <dgm:cxn modelId="{98F9DFE9-E825-44B5-BB52-CC48B428E5C2}" type="presParOf" srcId="{B44E1911-2F48-48FA-A86A-F165FFD77DB2}" destId="{1BA3BEAF-1546-4977-938A-A81807F1CC17}" srcOrd="4" destOrd="0" presId="urn:microsoft.com/office/officeart/2005/8/layout/radial6"/>
    <dgm:cxn modelId="{B4882768-6687-482D-8154-94DEEDFBC977}" type="presParOf" srcId="{B44E1911-2F48-48FA-A86A-F165FFD77DB2}" destId="{44DD2553-11BA-4942-B7E1-27109345CEE2}" srcOrd="5" destOrd="0" presId="urn:microsoft.com/office/officeart/2005/8/layout/radial6"/>
    <dgm:cxn modelId="{D31E7588-56D1-429B-ABC1-A03732BF93FE}" type="presParOf" srcId="{B44E1911-2F48-48FA-A86A-F165FFD77DB2}" destId="{5147920A-2102-47BD-82E8-D476D26F0AF5}" srcOrd="6" destOrd="0" presId="urn:microsoft.com/office/officeart/2005/8/layout/radial6"/>
    <dgm:cxn modelId="{5B35C0FD-09DD-4393-B61C-23A4F4204E65}" type="presParOf" srcId="{B44E1911-2F48-48FA-A86A-F165FFD77DB2}" destId="{B24DD2BC-625A-4538-B0B1-A1A435D607AD}" srcOrd="7" destOrd="0" presId="urn:microsoft.com/office/officeart/2005/8/layout/radial6"/>
    <dgm:cxn modelId="{50F6093A-5B10-4793-BD56-06067514F744}" type="presParOf" srcId="{B44E1911-2F48-48FA-A86A-F165FFD77DB2}" destId="{221FF297-740B-4F73-9D5A-3751FEE47822}" srcOrd="8" destOrd="0" presId="urn:microsoft.com/office/officeart/2005/8/layout/radial6"/>
    <dgm:cxn modelId="{EDE616F1-C490-45B5-9470-A98216303162}" type="presParOf" srcId="{B44E1911-2F48-48FA-A86A-F165FFD77DB2}" destId="{8EC0535F-8616-40F2-B1EB-033A93565D85}" srcOrd="9" destOrd="0" presId="urn:microsoft.com/office/officeart/2005/8/layout/radial6"/>
    <dgm:cxn modelId="{A10CA933-1829-4F56-AD42-7299A8E94EB3}" type="presParOf" srcId="{B44E1911-2F48-48FA-A86A-F165FFD77DB2}" destId="{46BD820F-D8BC-48B8-B22B-65DD452671ED}" srcOrd="10" destOrd="0" presId="urn:microsoft.com/office/officeart/2005/8/layout/radial6"/>
    <dgm:cxn modelId="{93056647-20C2-402E-9A59-E7E7FFF5A553}" type="presParOf" srcId="{B44E1911-2F48-48FA-A86A-F165FFD77DB2}" destId="{D13616E7-0F2D-457A-A23F-7646AB7C17CE}" srcOrd="11" destOrd="0" presId="urn:microsoft.com/office/officeart/2005/8/layout/radial6"/>
    <dgm:cxn modelId="{848D2EBB-AE2F-4C4D-8E19-F5544DD6955F}" type="presParOf" srcId="{B44E1911-2F48-48FA-A86A-F165FFD77DB2}" destId="{6F58ABF6-1BE1-418D-99C5-5880FA6D30FC}" srcOrd="12" destOrd="0" presId="urn:microsoft.com/office/officeart/2005/8/layout/radial6"/>
    <dgm:cxn modelId="{9A2787F9-F368-4DAC-947D-BA8A04BE8DE4}" type="presParOf" srcId="{B44E1911-2F48-48FA-A86A-F165FFD77DB2}" destId="{4ED98508-54AE-44ED-8FA2-D0AAACD16BC4}" srcOrd="13" destOrd="0" presId="urn:microsoft.com/office/officeart/2005/8/layout/radial6"/>
    <dgm:cxn modelId="{1DDFAFF5-41FE-4628-BF5D-82452C52AD3B}" type="presParOf" srcId="{B44E1911-2F48-48FA-A86A-F165FFD77DB2}" destId="{D01D820D-E285-445F-9ED1-010588A11341}" srcOrd="14" destOrd="0" presId="urn:microsoft.com/office/officeart/2005/8/layout/radial6"/>
    <dgm:cxn modelId="{90F8B82D-35A5-44CE-8F6A-35B133510B79}" type="presParOf" srcId="{B44E1911-2F48-48FA-A86A-F165FFD77DB2}" destId="{4C1167CC-0CC7-4DFB-9441-5AFC9186A1C5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4B40A0-2851-49FF-9FED-EED109A05C4A}" type="doc">
      <dgm:prSet loTypeId="urn:microsoft.com/office/officeart/2005/8/layout/hierarchy1" loCatId="hierarchy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ar-AE"/>
        </a:p>
      </dgm:t>
    </dgm:pt>
    <dgm:pt modelId="{F9D84065-B062-47F2-A2BC-68E63E0EFDE0}">
      <dgm:prSet phldrT="[نص]"/>
      <dgm:spPr/>
      <dgm:t>
        <a:bodyPr/>
        <a:lstStyle/>
        <a:p>
          <a:pPr rtl="1"/>
          <a:r>
            <a:rPr lang="en-US" dirty="0"/>
            <a:t>Landing Page</a:t>
          </a:r>
          <a:endParaRPr lang="ar-AE" dirty="0"/>
        </a:p>
      </dgm:t>
    </dgm:pt>
    <dgm:pt modelId="{6770C558-0252-4940-9976-629C8EE1A37B}" type="parTrans" cxnId="{F826DEA0-467E-4C1E-8C13-B82D5DFC921A}">
      <dgm:prSet/>
      <dgm:spPr/>
      <dgm:t>
        <a:bodyPr/>
        <a:lstStyle/>
        <a:p>
          <a:pPr rtl="1"/>
          <a:endParaRPr lang="ar-AE"/>
        </a:p>
      </dgm:t>
    </dgm:pt>
    <dgm:pt modelId="{3161AE3A-9383-4C6F-95A0-02CFA4D046BB}" type="sibTrans" cxnId="{F826DEA0-467E-4C1E-8C13-B82D5DFC921A}">
      <dgm:prSet/>
      <dgm:spPr/>
      <dgm:t>
        <a:bodyPr/>
        <a:lstStyle/>
        <a:p>
          <a:pPr rtl="1"/>
          <a:endParaRPr lang="ar-AE"/>
        </a:p>
      </dgm:t>
    </dgm:pt>
    <dgm:pt modelId="{4D78E436-568E-4CFE-A0D1-D0D1848B97AD}">
      <dgm:prSet phldrT="[نص]"/>
      <dgm:spPr/>
      <dgm:t>
        <a:bodyPr/>
        <a:lstStyle/>
        <a:p>
          <a:pPr rtl="1"/>
          <a:r>
            <a:rPr lang="en-US" dirty="0"/>
            <a:t>Login</a:t>
          </a:r>
          <a:endParaRPr lang="ar-AE" dirty="0"/>
        </a:p>
      </dgm:t>
    </dgm:pt>
    <dgm:pt modelId="{46CF99C5-8FE8-4110-90B4-5A72B224E01D}" type="parTrans" cxnId="{A34CB40F-024C-4662-B853-1061F10AE416}">
      <dgm:prSet/>
      <dgm:spPr/>
      <dgm:t>
        <a:bodyPr/>
        <a:lstStyle/>
        <a:p>
          <a:pPr rtl="1"/>
          <a:endParaRPr lang="ar-AE"/>
        </a:p>
      </dgm:t>
    </dgm:pt>
    <dgm:pt modelId="{AEEAF12C-55EC-4688-91EE-C5A7DE84CBFD}" type="sibTrans" cxnId="{A34CB40F-024C-4662-B853-1061F10AE416}">
      <dgm:prSet/>
      <dgm:spPr/>
      <dgm:t>
        <a:bodyPr/>
        <a:lstStyle/>
        <a:p>
          <a:pPr rtl="1"/>
          <a:endParaRPr lang="ar-AE"/>
        </a:p>
      </dgm:t>
    </dgm:pt>
    <dgm:pt modelId="{C660FB3B-7F63-483E-AD8E-A3908CE32F82}">
      <dgm:prSet phldrT="[نص]"/>
      <dgm:spPr/>
      <dgm:t>
        <a:bodyPr/>
        <a:lstStyle/>
        <a:p>
          <a:pPr rtl="1"/>
          <a:r>
            <a:rPr lang="en-US" dirty="0"/>
            <a:t>Sign Up</a:t>
          </a:r>
          <a:endParaRPr lang="ar-AE" dirty="0"/>
        </a:p>
      </dgm:t>
    </dgm:pt>
    <dgm:pt modelId="{92872BA2-9067-49C4-BDF5-579BE3BA8C72}" type="parTrans" cxnId="{32B568C1-112C-4AF0-BE50-F33EF33D6419}">
      <dgm:prSet/>
      <dgm:spPr/>
      <dgm:t>
        <a:bodyPr/>
        <a:lstStyle/>
        <a:p>
          <a:pPr rtl="1"/>
          <a:endParaRPr lang="ar-AE"/>
        </a:p>
      </dgm:t>
    </dgm:pt>
    <dgm:pt modelId="{58209575-1F6E-46CF-BB28-BEEE6E7CA454}" type="sibTrans" cxnId="{32B568C1-112C-4AF0-BE50-F33EF33D6419}">
      <dgm:prSet/>
      <dgm:spPr/>
      <dgm:t>
        <a:bodyPr/>
        <a:lstStyle/>
        <a:p>
          <a:pPr rtl="1"/>
          <a:endParaRPr lang="ar-AE"/>
        </a:p>
      </dgm:t>
    </dgm:pt>
    <dgm:pt modelId="{153F0924-4F7D-4EE1-9881-D95E8D1EEE2D}">
      <dgm:prSet/>
      <dgm:spPr/>
      <dgm:t>
        <a:bodyPr/>
        <a:lstStyle/>
        <a:p>
          <a:pPr rtl="1"/>
          <a:r>
            <a:rPr lang="en-US" dirty="0"/>
            <a:t>Admin</a:t>
          </a:r>
          <a:endParaRPr lang="ar-AE" dirty="0"/>
        </a:p>
      </dgm:t>
    </dgm:pt>
    <dgm:pt modelId="{C0567A68-6C81-4315-A7E4-F742A26E7242}" type="parTrans" cxnId="{9F05C325-0444-44DA-B2A5-B57792FA5AD9}">
      <dgm:prSet/>
      <dgm:spPr/>
      <dgm:t>
        <a:bodyPr/>
        <a:lstStyle/>
        <a:p>
          <a:pPr rtl="1"/>
          <a:endParaRPr lang="ar-AE"/>
        </a:p>
      </dgm:t>
    </dgm:pt>
    <dgm:pt modelId="{F4560DC5-1A7E-461B-A09B-3B655B9113D9}" type="sibTrans" cxnId="{9F05C325-0444-44DA-B2A5-B57792FA5AD9}">
      <dgm:prSet/>
      <dgm:spPr/>
      <dgm:t>
        <a:bodyPr/>
        <a:lstStyle/>
        <a:p>
          <a:pPr rtl="1"/>
          <a:endParaRPr lang="ar-AE"/>
        </a:p>
      </dgm:t>
    </dgm:pt>
    <dgm:pt modelId="{1CEAC375-155E-41F8-B2FD-0C0D454725D2}">
      <dgm:prSet/>
      <dgm:spPr/>
      <dgm:t>
        <a:bodyPr/>
        <a:lstStyle/>
        <a:p>
          <a:pPr rtl="1"/>
          <a:r>
            <a:rPr lang="en-US" dirty="0"/>
            <a:t>Statistics</a:t>
          </a:r>
          <a:endParaRPr lang="ar-AE" dirty="0"/>
        </a:p>
      </dgm:t>
    </dgm:pt>
    <dgm:pt modelId="{2227702B-580B-4DEB-A456-239181981651}" type="parTrans" cxnId="{48EA232B-DFE6-487C-B861-1E2484CEFC45}">
      <dgm:prSet/>
      <dgm:spPr/>
      <dgm:t>
        <a:bodyPr/>
        <a:lstStyle/>
        <a:p>
          <a:pPr rtl="1"/>
          <a:endParaRPr lang="ar-AE"/>
        </a:p>
      </dgm:t>
    </dgm:pt>
    <dgm:pt modelId="{4F5874AC-32B2-43A2-9B42-531A972AC061}" type="sibTrans" cxnId="{48EA232B-DFE6-487C-B861-1E2484CEFC45}">
      <dgm:prSet/>
      <dgm:spPr/>
      <dgm:t>
        <a:bodyPr/>
        <a:lstStyle/>
        <a:p>
          <a:pPr rtl="1"/>
          <a:endParaRPr lang="ar-AE"/>
        </a:p>
      </dgm:t>
    </dgm:pt>
    <dgm:pt modelId="{98986703-F2D2-4C21-B2A3-0B4EAC33854D}">
      <dgm:prSet/>
      <dgm:spPr/>
      <dgm:t>
        <a:bodyPr/>
        <a:lstStyle/>
        <a:p>
          <a:pPr rtl="1"/>
          <a:r>
            <a:rPr lang="en-US" dirty="0"/>
            <a:t>Users</a:t>
          </a:r>
          <a:endParaRPr lang="ar-AE" dirty="0"/>
        </a:p>
      </dgm:t>
    </dgm:pt>
    <dgm:pt modelId="{990DCF82-90B6-4675-B3A1-181F46FBA371}" type="parTrans" cxnId="{92C90CF3-FB1E-4981-B2A7-7F5CE050F3DF}">
      <dgm:prSet/>
      <dgm:spPr/>
      <dgm:t>
        <a:bodyPr/>
        <a:lstStyle/>
        <a:p>
          <a:pPr rtl="1"/>
          <a:endParaRPr lang="ar-AE"/>
        </a:p>
      </dgm:t>
    </dgm:pt>
    <dgm:pt modelId="{5D6B4459-95F5-4469-A2F1-9EFEF9C83BEB}" type="sibTrans" cxnId="{92C90CF3-FB1E-4981-B2A7-7F5CE050F3DF}">
      <dgm:prSet/>
      <dgm:spPr/>
      <dgm:t>
        <a:bodyPr/>
        <a:lstStyle/>
        <a:p>
          <a:pPr rtl="1"/>
          <a:endParaRPr lang="ar-AE"/>
        </a:p>
      </dgm:t>
    </dgm:pt>
    <dgm:pt modelId="{52422715-22F8-45DC-9208-83BFD063BDB0}">
      <dgm:prSet/>
      <dgm:spPr/>
      <dgm:t>
        <a:bodyPr/>
        <a:lstStyle/>
        <a:p>
          <a:pPr rtl="1"/>
          <a:r>
            <a:rPr lang="en-US" dirty="0"/>
            <a:t>Categories</a:t>
          </a:r>
          <a:endParaRPr lang="ar-AE" dirty="0"/>
        </a:p>
      </dgm:t>
    </dgm:pt>
    <dgm:pt modelId="{3AE2514A-7830-42EF-9748-0164EB7764B1}" type="parTrans" cxnId="{D9F63D1B-4B7A-4A79-BB9F-DC5E6267C818}">
      <dgm:prSet/>
      <dgm:spPr/>
      <dgm:t>
        <a:bodyPr/>
        <a:lstStyle/>
        <a:p>
          <a:pPr rtl="1"/>
          <a:endParaRPr lang="ar-AE"/>
        </a:p>
      </dgm:t>
    </dgm:pt>
    <dgm:pt modelId="{D8675E62-46AE-4747-A640-F691E2F67FF6}" type="sibTrans" cxnId="{D9F63D1B-4B7A-4A79-BB9F-DC5E6267C818}">
      <dgm:prSet/>
      <dgm:spPr/>
      <dgm:t>
        <a:bodyPr/>
        <a:lstStyle/>
        <a:p>
          <a:pPr rtl="1"/>
          <a:endParaRPr lang="ar-AE"/>
        </a:p>
      </dgm:t>
    </dgm:pt>
    <dgm:pt modelId="{83CDB230-3DDC-49B9-9028-C453EAAC1A1E}">
      <dgm:prSet/>
      <dgm:spPr/>
      <dgm:t>
        <a:bodyPr/>
        <a:lstStyle/>
        <a:p>
          <a:pPr rtl="1"/>
          <a:r>
            <a:rPr lang="en-US" dirty="0"/>
            <a:t>Payment Methods</a:t>
          </a:r>
          <a:endParaRPr lang="ar-AE" dirty="0"/>
        </a:p>
      </dgm:t>
    </dgm:pt>
    <dgm:pt modelId="{D9A22827-B178-4BA1-8F74-5BD0F1679667}" type="parTrans" cxnId="{8ED1F34C-9AA1-4075-9898-924E1253D19C}">
      <dgm:prSet/>
      <dgm:spPr/>
      <dgm:t>
        <a:bodyPr/>
        <a:lstStyle/>
        <a:p>
          <a:pPr rtl="1"/>
          <a:endParaRPr lang="ar-AE"/>
        </a:p>
      </dgm:t>
    </dgm:pt>
    <dgm:pt modelId="{DB9C4A8C-E0FC-444B-8CF1-FF2FA6D5DFC7}" type="sibTrans" cxnId="{8ED1F34C-9AA1-4075-9898-924E1253D19C}">
      <dgm:prSet/>
      <dgm:spPr/>
      <dgm:t>
        <a:bodyPr/>
        <a:lstStyle/>
        <a:p>
          <a:pPr rtl="1"/>
          <a:endParaRPr lang="ar-AE"/>
        </a:p>
      </dgm:t>
    </dgm:pt>
    <dgm:pt modelId="{BABC1343-EA16-4671-B3D0-7C562BFD4104}">
      <dgm:prSet/>
      <dgm:spPr/>
      <dgm:t>
        <a:bodyPr/>
        <a:lstStyle/>
        <a:p>
          <a:pPr rtl="1"/>
          <a:r>
            <a:rPr lang="en-US" dirty="0"/>
            <a:t>Reports</a:t>
          </a:r>
          <a:endParaRPr lang="ar-AE" dirty="0"/>
        </a:p>
      </dgm:t>
    </dgm:pt>
    <dgm:pt modelId="{553BB9FB-E05A-4EB1-AB6A-0EDE87033388}" type="parTrans" cxnId="{BB880292-CA0A-44E7-B834-C734587F3E7D}">
      <dgm:prSet/>
      <dgm:spPr/>
      <dgm:t>
        <a:bodyPr/>
        <a:lstStyle/>
        <a:p>
          <a:pPr rtl="1"/>
          <a:endParaRPr lang="ar-AE"/>
        </a:p>
      </dgm:t>
    </dgm:pt>
    <dgm:pt modelId="{136CC59C-23EF-4583-AA0B-F601F9CE7F7C}" type="sibTrans" cxnId="{BB880292-CA0A-44E7-B834-C734587F3E7D}">
      <dgm:prSet/>
      <dgm:spPr/>
      <dgm:t>
        <a:bodyPr/>
        <a:lstStyle/>
        <a:p>
          <a:pPr rtl="1"/>
          <a:endParaRPr lang="ar-AE"/>
        </a:p>
      </dgm:t>
    </dgm:pt>
    <dgm:pt modelId="{0D614B70-AAA0-4C1F-B409-05F9A1ED3B51}">
      <dgm:prSet/>
      <dgm:spPr/>
      <dgm:t>
        <a:bodyPr/>
        <a:lstStyle/>
        <a:p>
          <a:pPr rtl="1"/>
          <a:r>
            <a:rPr lang="en-US" dirty="0"/>
            <a:t>Teacher</a:t>
          </a:r>
          <a:endParaRPr lang="ar-AE" dirty="0"/>
        </a:p>
      </dgm:t>
    </dgm:pt>
    <dgm:pt modelId="{F187D4FE-C3F3-4F3C-9863-B85E3DBC2C0A}" type="parTrans" cxnId="{556C0830-266D-4B65-8DAD-B7748DDC9965}">
      <dgm:prSet/>
      <dgm:spPr/>
      <dgm:t>
        <a:bodyPr/>
        <a:lstStyle/>
        <a:p>
          <a:pPr rtl="1"/>
          <a:endParaRPr lang="ar-AE"/>
        </a:p>
      </dgm:t>
    </dgm:pt>
    <dgm:pt modelId="{0D6F8193-2365-4486-9C87-D755D3171D1C}" type="sibTrans" cxnId="{556C0830-266D-4B65-8DAD-B7748DDC9965}">
      <dgm:prSet/>
      <dgm:spPr/>
      <dgm:t>
        <a:bodyPr/>
        <a:lstStyle/>
        <a:p>
          <a:pPr rtl="1"/>
          <a:endParaRPr lang="ar-AE"/>
        </a:p>
      </dgm:t>
    </dgm:pt>
    <dgm:pt modelId="{9D6DAB6C-20A6-40DC-9DAF-F556F390BE47}">
      <dgm:prSet/>
      <dgm:spPr/>
      <dgm:t>
        <a:bodyPr/>
        <a:lstStyle/>
        <a:p>
          <a:pPr rtl="1"/>
          <a:r>
            <a:rPr lang="en-US" dirty="0"/>
            <a:t>Statistics</a:t>
          </a:r>
          <a:endParaRPr lang="ar-AE" dirty="0"/>
        </a:p>
      </dgm:t>
    </dgm:pt>
    <dgm:pt modelId="{7B5CAB4F-19EC-40D5-9ABF-9A7B3494CCD7}" type="parTrans" cxnId="{2865C0BE-6AE0-40B5-8C95-B45ACD2EE0CA}">
      <dgm:prSet/>
      <dgm:spPr/>
      <dgm:t>
        <a:bodyPr/>
        <a:lstStyle/>
        <a:p>
          <a:pPr rtl="1"/>
          <a:endParaRPr lang="ar-AE"/>
        </a:p>
      </dgm:t>
    </dgm:pt>
    <dgm:pt modelId="{7E8080C9-42BE-48B6-8AB4-718780A0019C}" type="sibTrans" cxnId="{2865C0BE-6AE0-40B5-8C95-B45ACD2EE0CA}">
      <dgm:prSet/>
      <dgm:spPr/>
      <dgm:t>
        <a:bodyPr/>
        <a:lstStyle/>
        <a:p>
          <a:pPr rtl="1"/>
          <a:endParaRPr lang="ar-AE"/>
        </a:p>
      </dgm:t>
    </dgm:pt>
    <dgm:pt modelId="{BBFEEA85-EFE7-4AFB-A9AD-8D8207497C85}">
      <dgm:prSet/>
      <dgm:spPr/>
      <dgm:t>
        <a:bodyPr/>
        <a:lstStyle/>
        <a:p>
          <a:pPr rtl="1"/>
          <a:r>
            <a:rPr lang="en-US" dirty="0"/>
            <a:t>Courses</a:t>
          </a:r>
          <a:endParaRPr lang="ar-AE" dirty="0"/>
        </a:p>
      </dgm:t>
    </dgm:pt>
    <dgm:pt modelId="{D12AB2D4-9297-4686-93B2-78DDCA9BE3AD}" type="parTrans" cxnId="{A2A4A548-0D2C-45FB-B587-006922B208FF}">
      <dgm:prSet/>
      <dgm:spPr/>
      <dgm:t>
        <a:bodyPr/>
        <a:lstStyle/>
        <a:p>
          <a:pPr rtl="1"/>
          <a:endParaRPr lang="ar-AE"/>
        </a:p>
      </dgm:t>
    </dgm:pt>
    <dgm:pt modelId="{68F9C329-654D-4BC4-A086-F4348D1BBC0B}" type="sibTrans" cxnId="{A2A4A548-0D2C-45FB-B587-006922B208FF}">
      <dgm:prSet/>
      <dgm:spPr/>
      <dgm:t>
        <a:bodyPr/>
        <a:lstStyle/>
        <a:p>
          <a:pPr rtl="1"/>
          <a:endParaRPr lang="ar-AE"/>
        </a:p>
      </dgm:t>
    </dgm:pt>
    <dgm:pt modelId="{BF51A44D-C6B1-4D71-BF1E-2DBB7BF31162}">
      <dgm:prSet/>
      <dgm:spPr/>
      <dgm:t>
        <a:bodyPr/>
        <a:lstStyle/>
        <a:p>
          <a:pPr rtl="1"/>
          <a:r>
            <a:rPr lang="en-US" dirty="0"/>
            <a:t>Settings</a:t>
          </a:r>
          <a:endParaRPr lang="ar-AE" dirty="0"/>
        </a:p>
      </dgm:t>
    </dgm:pt>
    <dgm:pt modelId="{E9663FAA-89DE-4E30-8169-22F7695C6D17}" type="parTrans" cxnId="{2F468B4C-FAE6-41FD-BB65-CB7F04B0E3B2}">
      <dgm:prSet/>
      <dgm:spPr/>
      <dgm:t>
        <a:bodyPr/>
        <a:lstStyle/>
        <a:p>
          <a:pPr rtl="1"/>
          <a:endParaRPr lang="ar-AE"/>
        </a:p>
      </dgm:t>
    </dgm:pt>
    <dgm:pt modelId="{966B6460-5AE1-4A19-8A1A-B5D4901983AE}" type="sibTrans" cxnId="{2F468B4C-FAE6-41FD-BB65-CB7F04B0E3B2}">
      <dgm:prSet/>
      <dgm:spPr/>
      <dgm:t>
        <a:bodyPr/>
        <a:lstStyle/>
        <a:p>
          <a:pPr rtl="1"/>
          <a:endParaRPr lang="ar-AE"/>
        </a:p>
      </dgm:t>
    </dgm:pt>
    <dgm:pt modelId="{35BAAFE8-6F0F-456F-A083-39294CE142D8}">
      <dgm:prSet/>
      <dgm:spPr/>
      <dgm:t>
        <a:bodyPr/>
        <a:lstStyle/>
        <a:p>
          <a:pPr rtl="1"/>
          <a:r>
            <a:rPr lang="en-US" dirty="0"/>
            <a:t>Courses</a:t>
          </a:r>
          <a:endParaRPr lang="ar-AE" dirty="0"/>
        </a:p>
      </dgm:t>
    </dgm:pt>
    <dgm:pt modelId="{3D623F64-BC98-41ED-A568-BBA7DEE63031}" type="parTrans" cxnId="{4F4042BF-0E05-4605-95B8-F89A474AF7E7}">
      <dgm:prSet/>
      <dgm:spPr/>
      <dgm:t>
        <a:bodyPr/>
        <a:lstStyle/>
        <a:p>
          <a:pPr rtl="1"/>
          <a:endParaRPr lang="ar-AE"/>
        </a:p>
      </dgm:t>
    </dgm:pt>
    <dgm:pt modelId="{523F09E4-43DC-41C4-BA26-D620808BA3E7}" type="sibTrans" cxnId="{4F4042BF-0E05-4605-95B8-F89A474AF7E7}">
      <dgm:prSet/>
      <dgm:spPr/>
      <dgm:t>
        <a:bodyPr/>
        <a:lstStyle/>
        <a:p>
          <a:pPr rtl="1"/>
          <a:endParaRPr lang="ar-AE"/>
        </a:p>
      </dgm:t>
    </dgm:pt>
    <dgm:pt modelId="{651EF062-586C-4F7F-A197-94E0AF8E04D5}">
      <dgm:prSet/>
      <dgm:spPr/>
      <dgm:t>
        <a:bodyPr/>
        <a:lstStyle/>
        <a:p>
          <a:pPr rtl="1"/>
          <a:r>
            <a:rPr lang="en-US" dirty="0"/>
            <a:t>Content</a:t>
          </a:r>
          <a:endParaRPr lang="ar-AE" dirty="0"/>
        </a:p>
      </dgm:t>
    </dgm:pt>
    <dgm:pt modelId="{150DEC0F-B087-46EC-9845-260851B6C4F5}" type="parTrans" cxnId="{D6D877D4-1DDB-46BB-B93A-483AF59029A6}">
      <dgm:prSet/>
      <dgm:spPr/>
      <dgm:t>
        <a:bodyPr/>
        <a:lstStyle/>
        <a:p>
          <a:pPr rtl="1"/>
          <a:endParaRPr lang="ar-AE"/>
        </a:p>
      </dgm:t>
    </dgm:pt>
    <dgm:pt modelId="{334F7897-6511-41E2-A9CB-4C22C7F3816F}" type="sibTrans" cxnId="{D6D877D4-1DDB-46BB-B93A-483AF59029A6}">
      <dgm:prSet/>
      <dgm:spPr/>
      <dgm:t>
        <a:bodyPr/>
        <a:lstStyle/>
        <a:p>
          <a:pPr rtl="1"/>
          <a:endParaRPr lang="ar-AE"/>
        </a:p>
      </dgm:t>
    </dgm:pt>
    <dgm:pt modelId="{408F77C3-6A1B-4ECD-8D35-013DC06D6A58}">
      <dgm:prSet/>
      <dgm:spPr/>
      <dgm:t>
        <a:bodyPr/>
        <a:lstStyle/>
        <a:p>
          <a:pPr rtl="1"/>
          <a:r>
            <a:rPr lang="en-US" dirty="0"/>
            <a:t>Student</a:t>
          </a:r>
          <a:endParaRPr lang="ar-AE" dirty="0"/>
        </a:p>
      </dgm:t>
    </dgm:pt>
    <dgm:pt modelId="{3710D1D5-6C73-4258-886F-C1682614B26C}" type="parTrans" cxnId="{B3BCE8E2-8B51-4E1B-AEB3-04249D968450}">
      <dgm:prSet/>
      <dgm:spPr/>
      <dgm:t>
        <a:bodyPr/>
        <a:lstStyle/>
        <a:p>
          <a:pPr rtl="1"/>
          <a:endParaRPr lang="ar-AE"/>
        </a:p>
      </dgm:t>
    </dgm:pt>
    <dgm:pt modelId="{D779B7F5-42C8-4C73-B053-107331B9A06A}" type="sibTrans" cxnId="{B3BCE8E2-8B51-4E1B-AEB3-04249D968450}">
      <dgm:prSet/>
      <dgm:spPr/>
      <dgm:t>
        <a:bodyPr/>
        <a:lstStyle/>
        <a:p>
          <a:pPr rtl="1"/>
          <a:endParaRPr lang="ar-AE"/>
        </a:p>
      </dgm:t>
    </dgm:pt>
    <dgm:pt modelId="{3AEDC816-46DF-448E-878E-D6127A7F1D8C}">
      <dgm:prSet/>
      <dgm:spPr/>
      <dgm:t>
        <a:bodyPr/>
        <a:lstStyle/>
        <a:p>
          <a:pPr rtl="1"/>
          <a:r>
            <a:rPr lang="en-US" dirty="0"/>
            <a:t>Quizzes</a:t>
          </a:r>
          <a:endParaRPr lang="ar-AE" dirty="0"/>
        </a:p>
      </dgm:t>
    </dgm:pt>
    <dgm:pt modelId="{611C6EDA-815B-4CDA-87C9-22B6D6A3D5F8}" type="parTrans" cxnId="{A1CCA4AB-59E2-4063-B784-86F02B3FC44B}">
      <dgm:prSet/>
      <dgm:spPr/>
      <dgm:t>
        <a:bodyPr/>
        <a:lstStyle/>
        <a:p>
          <a:pPr rtl="1"/>
          <a:endParaRPr lang="ar-AE"/>
        </a:p>
      </dgm:t>
    </dgm:pt>
    <dgm:pt modelId="{3E70EEF4-C71F-48A3-A762-C2BC25A683F1}" type="sibTrans" cxnId="{A1CCA4AB-59E2-4063-B784-86F02B3FC44B}">
      <dgm:prSet/>
      <dgm:spPr/>
      <dgm:t>
        <a:bodyPr/>
        <a:lstStyle/>
        <a:p>
          <a:pPr rtl="1"/>
          <a:endParaRPr lang="ar-AE"/>
        </a:p>
      </dgm:t>
    </dgm:pt>
    <dgm:pt modelId="{5539D90A-B26B-4C9E-B6C0-2772E08205D4}">
      <dgm:prSet/>
      <dgm:spPr/>
      <dgm:t>
        <a:bodyPr/>
        <a:lstStyle/>
        <a:p>
          <a:pPr rtl="1"/>
          <a:r>
            <a:rPr lang="en-US" dirty="0"/>
            <a:t>Questions</a:t>
          </a:r>
          <a:endParaRPr lang="ar-AE" dirty="0"/>
        </a:p>
      </dgm:t>
    </dgm:pt>
    <dgm:pt modelId="{77E415F8-94AD-47DE-86E8-91A45F3FE216}" type="parTrans" cxnId="{A1E81D70-3579-4AEF-9A11-5F972D98526B}">
      <dgm:prSet/>
      <dgm:spPr/>
      <dgm:t>
        <a:bodyPr/>
        <a:lstStyle/>
        <a:p>
          <a:pPr rtl="1"/>
          <a:endParaRPr lang="ar-AE"/>
        </a:p>
      </dgm:t>
    </dgm:pt>
    <dgm:pt modelId="{A883D145-EEA8-4CEC-8541-769AAFE44A7E}" type="sibTrans" cxnId="{A1E81D70-3579-4AEF-9A11-5F972D98526B}">
      <dgm:prSet/>
      <dgm:spPr/>
      <dgm:t>
        <a:bodyPr/>
        <a:lstStyle/>
        <a:p>
          <a:pPr rtl="1"/>
          <a:endParaRPr lang="ar-AE"/>
        </a:p>
      </dgm:t>
    </dgm:pt>
    <dgm:pt modelId="{DD2252D7-EE74-4ED6-B606-010D3B2438D6}">
      <dgm:prSet/>
      <dgm:spPr/>
      <dgm:t>
        <a:bodyPr/>
        <a:lstStyle/>
        <a:p>
          <a:pPr rtl="1"/>
          <a:r>
            <a:rPr lang="en-US" dirty="0"/>
            <a:t>Results</a:t>
          </a:r>
          <a:endParaRPr lang="ar-AE" dirty="0"/>
        </a:p>
      </dgm:t>
    </dgm:pt>
    <dgm:pt modelId="{115AB669-26F0-4C73-B086-4CAD63149D7C}" type="parTrans" cxnId="{7F449201-0051-4CA9-B5AD-9B757D3F0606}">
      <dgm:prSet/>
      <dgm:spPr/>
      <dgm:t>
        <a:bodyPr/>
        <a:lstStyle/>
        <a:p>
          <a:pPr rtl="1"/>
          <a:endParaRPr lang="ar-AE"/>
        </a:p>
      </dgm:t>
    </dgm:pt>
    <dgm:pt modelId="{D66E8168-27A9-4C14-A00B-789C1F1184EE}" type="sibTrans" cxnId="{7F449201-0051-4CA9-B5AD-9B757D3F0606}">
      <dgm:prSet/>
      <dgm:spPr/>
      <dgm:t>
        <a:bodyPr/>
        <a:lstStyle/>
        <a:p>
          <a:pPr rtl="1"/>
          <a:endParaRPr lang="ar-AE"/>
        </a:p>
      </dgm:t>
    </dgm:pt>
    <dgm:pt modelId="{46EFD658-6079-47B0-8831-10307FD1CA50}">
      <dgm:prSet/>
      <dgm:spPr/>
      <dgm:t>
        <a:bodyPr/>
        <a:lstStyle/>
        <a:p>
          <a:pPr rtl="1"/>
          <a:r>
            <a:rPr lang="en-US" dirty="0"/>
            <a:t>Courses</a:t>
          </a:r>
          <a:endParaRPr lang="ar-AE" dirty="0"/>
        </a:p>
      </dgm:t>
    </dgm:pt>
    <dgm:pt modelId="{BDCF70B7-ECFF-4ACC-8B4A-807BE1AD2DB8}" type="parTrans" cxnId="{68F43725-2BF6-479D-8231-6AF31E2D58C6}">
      <dgm:prSet/>
      <dgm:spPr/>
      <dgm:t>
        <a:bodyPr/>
        <a:lstStyle/>
        <a:p>
          <a:pPr rtl="1"/>
          <a:endParaRPr lang="ar-AE"/>
        </a:p>
      </dgm:t>
    </dgm:pt>
    <dgm:pt modelId="{DA612588-0C53-4CAF-8F96-0181A29F4785}" type="sibTrans" cxnId="{68F43725-2BF6-479D-8231-6AF31E2D58C6}">
      <dgm:prSet/>
      <dgm:spPr/>
      <dgm:t>
        <a:bodyPr/>
        <a:lstStyle/>
        <a:p>
          <a:pPr rtl="1"/>
          <a:endParaRPr lang="ar-AE"/>
        </a:p>
      </dgm:t>
    </dgm:pt>
    <dgm:pt modelId="{1CF07592-8359-4EF9-A97C-01DF3ED2772F}">
      <dgm:prSet/>
      <dgm:spPr/>
      <dgm:t>
        <a:bodyPr/>
        <a:lstStyle/>
        <a:p>
          <a:pPr rtl="1"/>
          <a:r>
            <a:rPr lang="en-US" dirty="0"/>
            <a:t>Quizzes</a:t>
          </a:r>
          <a:endParaRPr lang="ar-AE" dirty="0"/>
        </a:p>
      </dgm:t>
    </dgm:pt>
    <dgm:pt modelId="{48671352-3E11-4B5A-8BE3-078DF71F6AB6}" type="parTrans" cxnId="{612F58D0-BB86-4222-ACCB-B09429C1E69F}">
      <dgm:prSet/>
      <dgm:spPr/>
      <dgm:t>
        <a:bodyPr/>
        <a:lstStyle/>
        <a:p>
          <a:pPr rtl="1"/>
          <a:endParaRPr lang="ar-AE"/>
        </a:p>
      </dgm:t>
    </dgm:pt>
    <dgm:pt modelId="{5F3E0E8C-A3F0-4D2F-AC45-EC9B21F1FD7F}" type="sibTrans" cxnId="{612F58D0-BB86-4222-ACCB-B09429C1E69F}">
      <dgm:prSet/>
      <dgm:spPr/>
      <dgm:t>
        <a:bodyPr/>
        <a:lstStyle/>
        <a:p>
          <a:pPr rtl="1"/>
          <a:endParaRPr lang="ar-AE"/>
        </a:p>
      </dgm:t>
    </dgm:pt>
    <dgm:pt modelId="{DE604140-E8A4-447A-84D4-71439F3F11A1}" type="pres">
      <dgm:prSet presAssocID="{A44B40A0-2851-49FF-9FED-EED109A05C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58214B-516F-4811-824F-F10DB8905527}" type="pres">
      <dgm:prSet presAssocID="{F9D84065-B062-47F2-A2BC-68E63E0EFDE0}" presName="hierRoot1" presStyleCnt="0"/>
      <dgm:spPr/>
    </dgm:pt>
    <dgm:pt modelId="{E2CA5A73-35B0-4788-90FD-97EB4E8E935A}" type="pres">
      <dgm:prSet presAssocID="{F9D84065-B062-47F2-A2BC-68E63E0EFDE0}" presName="composite" presStyleCnt="0"/>
      <dgm:spPr/>
    </dgm:pt>
    <dgm:pt modelId="{A6743092-7379-462B-9612-37A7582AB200}" type="pres">
      <dgm:prSet presAssocID="{F9D84065-B062-47F2-A2BC-68E63E0EFDE0}" presName="background" presStyleLbl="node0" presStyleIdx="0" presStyleCnt="1"/>
      <dgm:spPr/>
    </dgm:pt>
    <dgm:pt modelId="{1315ACE9-1435-48EE-99A1-28509EC48F38}" type="pres">
      <dgm:prSet presAssocID="{F9D84065-B062-47F2-A2BC-68E63E0EFDE0}" presName="text" presStyleLbl="fgAcc0" presStyleIdx="0" presStyleCnt="1">
        <dgm:presLayoutVars>
          <dgm:chPref val="3"/>
        </dgm:presLayoutVars>
      </dgm:prSet>
      <dgm:spPr/>
    </dgm:pt>
    <dgm:pt modelId="{2A5BCA42-F8B3-4A89-8D13-7F3284827397}" type="pres">
      <dgm:prSet presAssocID="{F9D84065-B062-47F2-A2BC-68E63E0EFDE0}" presName="hierChild2" presStyleCnt="0"/>
      <dgm:spPr/>
    </dgm:pt>
    <dgm:pt modelId="{2383E025-29FE-4782-ADAA-816169278A9C}" type="pres">
      <dgm:prSet presAssocID="{46CF99C5-8FE8-4110-90B4-5A72B224E01D}" presName="Name10" presStyleLbl="parChTrans1D2" presStyleIdx="0" presStyleCnt="2"/>
      <dgm:spPr/>
    </dgm:pt>
    <dgm:pt modelId="{7F0CD25C-265C-41D7-8494-61573F6135D4}" type="pres">
      <dgm:prSet presAssocID="{4D78E436-568E-4CFE-A0D1-D0D1848B97AD}" presName="hierRoot2" presStyleCnt="0"/>
      <dgm:spPr/>
    </dgm:pt>
    <dgm:pt modelId="{6E6747E6-9521-45B9-A726-8042BE32467A}" type="pres">
      <dgm:prSet presAssocID="{4D78E436-568E-4CFE-A0D1-D0D1848B97AD}" presName="composite2" presStyleCnt="0"/>
      <dgm:spPr/>
    </dgm:pt>
    <dgm:pt modelId="{D6FA5EE3-E9A9-412C-A3F1-8FA01B81B824}" type="pres">
      <dgm:prSet presAssocID="{4D78E436-568E-4CFE-A0D1-D0D1848B97AD}" presName="background2" presStyleLbl="node2" presStyleIdx="0" presStyleCnt="2"/>
      <dgm:spPr/>
    </dgm:pt>
    <dgm:pt modelId="{7A9B53F2-EF9B-472C-AD5B-898886994B2E}" type="pres">
      <dgm:prSet presAssocID="{4D78E436-568E-4CFE-A0D1-D0D1848B97AD}" presName="text2" presStyleLbl="fgAcc2" presStyleIdx="0" presStyleCnt="2">
        <dgm:presLayoutVars>
          <dgm:chPref val="3"/>
        </dgm:presLayoutVars>
      </dgm:prSet>
      <dgm:spPr/>
    </dgm:pt>
    <dgm:pt modelId="{81EBAE4D-2800-4D70-9ABF-F444D1A87EEE}" type="pres">
      <dgm:prSet presAssocID="{4D78E436-568E-4CFE-A0D1-D0D1848B97AD}" presName="hierChild3" presStyleCnt="0"/>
      <dgm:spPr/>
    </dgm:pt>
    <dgm:pt modelId="{A5932DA5-AAFB-40EB-B775-DF460F86E16B}" type="pres">
      <dgm:prSet presAssocID="{C0567A68-6C81-4315-A7E4-F742A26E7242}" presName="Name17" presStyleLbl="parChTrans1D3" presStyleIdx="0" presStyleCnt="3"/>
      <dgm:spPr/>
    </dgm:pt>
    <dgm:pt modelId="{56495D82-851E-43EC-BE84-DD595A06077A}" type="pres">
      <dgm:prSet presAssocID="{153F0924-4F7D-4EE1-9881-D95E8D1EEE2D}" presName="hierRoot3" presStyleCnt="0"/>
      <dgm:spPr/>
    </dgm:pt>
    <dgm:pt modelId="{50631067-79C2-4150-BC55-86C485344573}" type="pres">
      <dgm:prSet presAssocID="{153F0924-4F7D-4EE1-9881-D95E8D1EEE2D}" presName="composite3" presStyleCnt="0"/>
      <dgm:spPr/>
    </dgm:pt>
    <dgm:pt modelId="{734FBBD1-73FF-4C34-AFBB-AAD3E755D4AF}" type="pres">
      <dgm:prSet presAssocID="{153F0924-4F7D-4EE1-9881-D95E8D1EEE2D}" presName="background3" presStyleLbl="node3" presStyleIdx="0" presStyleCnt="3"/>
      <dgm:spPr/>
    </dgm:pt>
    <dgm:pt modelId="{6DAA7FDA-21CF-47A0-A5AE-F0C797A0F6CB}" type="pres">
      <dgm:prSet presAssocID="{153F0924-4F7D-4EE1-9881-D95E8D1EEE2D}" presName="text3" presStyleLbl="fgAcc3" presStyleIdx="0" presStyleCnt="3">
        <dgm:presLayoutVars>
          <dgm:chPref val="3"/>
        </dgm:presLayoutVars>
      </dgm:prSet>
      <dgm:spPr/>
    </dgm:pt>
    <dgm:pt modelId="{8CA04012-89D2-4BCF-82D7-539889A3FE50}" type="pres">
      <dgm:prSet presAssocID="{153F0924-4F7D-4EE1-9881-D95E8D1EEE2D}" presName="hierChild4" presStyleCnt="0"/>
      <dgm:spPr/>
    </dgm:pt>
    <dgm:pt modelId="{29FB1479-093C-460B-A4E6-0C4E58A3C7C6}" type="pres">
      <dgm:prSet presAssocID="{2227702B-580B-4DEB-A456-239181981651}" presName="Name23" presStyleLbl="parChTrans1D4" presStyleIdx="0" presStyleCnt="15"/>
      <dgm:spPr/>
    </dgm:pt>
    <dgm:pt modelId="{39E0E42E-9C95-425D-A812-BC861BB60A6D}" type="pres">
      <dgm:prSet presAssocID="{1CEAC375-155E-41F8-B2FD-0C0D454725D2}" presName="hierRoot4" presStyleCnt="0"/>
      <dgm:spPr/>
    </dgm:pt>
    <dgm:pt modelId="{D76A4368-7D38-4F78-A05E-BC035B470D17}" type="pres">
      <dgm:prSet presAssocID="{1CEAC375-155E-41F8-B2FD-0C0D454725D2}" presName="composite4" presStyleCnt="0"/>
      <dgm:spPr/>
    </dgm:pt>
    <dgm:pt modelId="{0C5C6EB3-7597-41ED-949A-D4F9F015EA0B}" type="pres">
      <dgm:prSet presAssocID="{1CEAC375-155E-41F8-B2FD-0C0D454725D2}" presName="background4" presStyleLbl="node4" presStyleIdx="0" presStyleCnt="15"/>
      <dgm:spPr/>
    </dgm:pt>
    <dgm:pt modelId="{E5C3BDE0-7560-4454-A5EA-5623303BF1AE}" type="pres">
      <dgm:prSet presAssocID="{1CEAC375-155E-41F8-B2FD-0C0D454725D2}" presName="text4" presStyleLbl="fgAcc4" presStyleIdx="0" presStyleCnt="15">
        <dgm:presLayoutVars>
          <dgm:chPref val="3"/>
        </dgm:presLayoutVars>
      </dgm:prSet>
      <dgm:spPr/>
    </dgm:pt>
    <dgm:pt modelId="{B958BE86-C6C0-462A-B614-38886010BEC5}" type="pres">
      <dgm:prSet presAssocID="{1CEAC375-155E-41F8-B2FD-0C0D454725D2}" presName="hierChild5" presStyleCnt="0"/>
      <dgm:spPr/>
    </dgm:pt>
    <dgm:pt modelId="{BE5BE597-A94E-4383-90EA-BAF95F48A25C}" type="pres">
      <dgm:prSet presAssocID="{990DCF82-90B6-4675-B3A1-181F46FBA371}" presName="Name23" presStyleLbl="parChTrans1D4" presStyleIdx="1" presStyleCnt="15"/>
      <dgm:spPr/>
    </dgm:pt>
    <dgm:pt modelId="{567059DD-BD6B-4B23-9643-B083CC749E8E}" type="pres">
      <dgm:prSet presAssocID="{98986703-F2D2-4C21-B2A3-0B4EAC33854D}" presName="hierRoot4" presStyleCnt="0"/>
      <dgm:spPr/>
    </dgm:pt>
    <dgm:pt modelId="{D8E2BCCB-29C0-4B84-8D1B-23C103FF63F9}" type="pres">
      <dgm:prSet presAssocID="{98986703-F2D2-4C21-B2A3-0B4EAC33854D}" presName="composite4" presStyleCnt="0"/>
      <dgm:spPr/>
    </dgm:pt>
    <dgm:pt modelId="{BFD3E89E-9FCB-4ABE-B1C6-B5C673206997}" type="pres">
      <dgm:prSet presAssocID="{98986703-F2D2-4C21-B2A3-0B4EAC33854D}" presName="background4" presStyleLbl="node4" presStyleIdx="1" presStyleCnt="15"/>
      <dgm:spPr/>
    </dgm:pt>
    <dgm:pt modelId="{DC04D4EA-FCC2-4C6B-BFD4-D583AAE5AF68}" type="pres">
      <dgm:prSet presAssocID="{98986703-F2D2-4C21-B2A3-0B4EAC33854D}" presName="text4" presStyleLbl="fgAcc4" presStyleIdx="1" presStyleCnt="15">
        <dgm:presLayoutVars>
          <dgm:chPref val="3"/>
        </dgm:presLayoutVars>
      </dgm:prSet>
      <dgm:spPr/>
    </dgm:pt>
    <dgm:pt modelId="{8C409AB8-D5E2-49C4-AC16-4C7782F82DBB}" type="pres">
      <dgm:prSet presAssocID="{98986703-F2D2-4C21-B2A3-0B4EAC33854D}" presName="hierChild5" presStyleCnt="0"/>
      <dgm:spPr/>
    </dgm:pt>
    <dgm:pt modelId="{700AEF84-F1FF-44B4-B3CE-91A0606A7F0F}" type="pres">
      <dgm:prSet presAssocID="{3AE2514A-7830-42EF-9748-0164EB7764B1}" presName="Name23" presStyleLbl="parChTrans1D4" presStyleIdx="2" presStyleCnt="15"/>
      <dgm:spPr/>
    </dgm:pt>
    <dgm:pt modelId="{1F99E658-AAF9-431C-A755-BE014EC976E4}" type="pres">
      <dgm:prSet presAssocID="{52422715-22F8-45DC-9208-83BFD063BDB0}" presName="hierRoot4" presStyleCnt="0"/>
      <dgm:spPr/>
    </dgm:pt>
    <dgm:pt modelId="{731AE750-5DEB-4157-8A8B-5763090D207C}" type="pres">
      <dgm:prSet presAssocID="{52422715-22F8-45DC-9208-83BFD063BDB0}" presName="composite4" presStyleCnt="0"/>
      <dgm:spPr/>
    </dgm:pt>
    <dgm:pt modelId="{AD75E0E4-CDCA-4C23-A1C4-AA0C7D084961}" type="pres">
      <dgm:prSet presAssocID="{52422715-22F8-45DC-9208-83BFD063BDB0}" presName="background4" presStyleLbl="node4" presStyleIdx="2" presStyleCnt="15"/>
      <dgm:spPr/>
    </dgm:pt>
    <dgm:pt modelId="{5D23EBFF-2282-4C55-9968-33C69DE2FB64}" type="pres">
      <dgm:prSet presAssocID="{52422715-22F8-45DC-9208-83BFD063BDB0}" presName="text4" presStyleLbl="fgAcc4" presStyleIdx="2" presStyleCnt="15">
        <dgm:presLayoutVars>
          <dgm:chPref val="3"/>
        </dgm:presLayoutVars>
      </dgm:prSet>
      <dgm:spPr/>
    </dgm:pt>
    <dgm:pt modelId="{B0424C85-BFEA-4D67-BC97-DE7BB15D7D48}" type="pres">
      <dgm:prSet presAssocID="{52422715-22F8-45DC-9208-83BFD063BDB0}" presName="hierChild5" presStyleCnt="0"/>
      <dgm:spPr/>
    </dgm:pt>
    <dgm:pt modelId="{28EEAF21-E52F-475F-A9A1-D47C1EEA698C}" type="pres">
      <dgm:prSet presAssocID="{D9A22827-B178-4BA1-8F74-5BD0F1679667}" presName="Name23" presStyleLbl="parChTrans1D4" presStyleIdx="3" presStyleCnt="15"/>
      <dgm:spPr/>
    </dgm:pt>
    <dgm:pt modelId="{97082CFA-CB77-4F6F-BA26-5E0420069969}" type="pres">
      <dgm:prSet presAssocID="{83CDB230-3DDC-49B9-9028-C453EAAC1A1E}" presName="hierRoot4" presStyleCnt="0"/>
      <dgm:spPr/>
    </dgm:pt>
    <dgm:pt modelId="{4C33B373-FE8B-4E97-8735-9348027AD452}" type="pres">
      <dgm:prSet presAssocID="{83CDB230-3DDC-49B9-9028-C453EAAC1A1E}" presName="composite4" presStyleCnt="0"/>
      <dgm:spPr/>
    </dgm:pt>
    <dgm:pt modelId="{64342F66-0BB7-4DAC-9271-47DB9C6EF6A1}" type="pres">
      <dgm:prSet presAssocID="{83CDB230-3DDC-49B9-9028-C453EAAC1A1E}" presName="background4" presStyleLbl="node4" presStyleIdx="3" presStyleCnt="15"/>
      <dgm:spPr/>
    </dgm:pt>
    <dgm:pt modelId="{6D0DA8EC-0445-4A82-9400-5FD6A207317A}" type="pres">
      <dgm:prSet presAssocID="{83CDB230-3DDC-49B9-9028-C453EAAC1A1E}" presName="text4" presStyleLbl="fgAcc4" presStyleIdx="3" presStyleCnt="15">
        <dgm:presLayoutVars>
          <dgm:chPref val="3"/>
        </dgm:presLayoutVars>
      </dgm:prSet>
      <dgm:spPr/>
    </dgm:pt>
    <dgm:pt modelId="{6CAE00E1-6CAB-4C74-A542-7F3A409ACA83}" type="pres">
      <dgm:prSet presAssocID="{83CDB230-3DDC-49B9-9028-C453EAAC1A1E}" presName="hierChild5" presStyleCnt="0"/>
      <dgm:spPr/>
    </dgm:pt>
    <dgm:pt modelId="{63F2F637-0061-4C0F-AB7F-D87B914A533C}" type="pres">
      <dgm:prSet presAssocID="{553BB9FB-E05A-4EB1-AB6A-0EDE87033388}" presName="Name23" presStyleLbl="parChTrans1D4" presStyleIdx="4" presStyleCnt="15"/>
      <dgm:spPr/>
    </dgm:pt>
    <dgm:pt modelId="{200970F6-2AE9-4851-B18C-15316D2DC5E9}" type="pres">
      <dgm:prSet presAssocID="{BABC1343-EA16-4671-B3D0-7C562BFD4104}" presName="hierRoot4" presStyleCnt="0"/>
      <dgm:spPr/>
    </dgm:pt>
    <dgm:pt modelId="{4D2A302F-B982-4CFA-9A04-B3EEBEE27859}" type="pres">
      <dgm:prSet presAssocID="{BABC1343-EA16-4671-B3D0-7C562BFD4104}" presName="composite4" presStyleCnt="0"/>
      <dgm:spPr/>
    </dgm:pt>
    <dgm:pt modelId="{5DAE0FB1-0CC8-4CF9-8B0C-FE58FE3BD1E0}" type="pres">
      <dgm:prSet presAssocID="{BABC1343-EA16-4671-B3D0-7C562BFD4104}" presName="background4" presStyleLbl="node4" presStyleIdx="4" presStyleCnt="15"/>
      <dgm:spPr/>
    </dgm:pt>
    <dgm:pt modelId="{2D477881-965B-4BD6-8F2F-BBB8E6CD9313}" type="pres">
      <dgm:prSet presAssocID="{BABC1343-EA16-4671-B3D0-7C562BFD4104}" presName="text4" presStyleLbl="fgAcc4" presStyleIdx="4" presStyleCnt="15">
        <dgm:presLayoutVars>
          <dgm:chPref val="3"/>
        </dgm:presLayoutVars>
      </dgm:prSet>
      <dgm:spPr/>
    </dgm:pt>
    <dgm:pt modelId="{18608CE8-D322-4167-97E2-4FA9770E038A}" type="pres">
      <dgm:prSet presAssocID="{BABC1343-EA16-4671-B3D0-7C562BFD4104}" presName="hierChild5" presStyleCnt="0"/>
      <dgm:spPr/>
    </dgm:pt>
    <dgm:pt modelId="{A698FDA6-9496-4F10-B719-CF341A80C163}" type="pres">
      <dgm:prSet presAssocID="{E9663FAA-89DE-4E30-8169-22F7695C6D17}" presName="Name23" presStyleLbl="parChTrans1D4" presStyleIdx="5" presStyleCnt="15"/>
      <dgm:spPr/>
    </dgm:pt>
    <dgm:pt modelId="{16EB9145-89B8-4BBF-B2DD-16AE79B7FA66}" type="pres">
      <dgm:prSet presAssocID="{BF51A44D-C6B1-4D71-BF1E-2DBB7BF31162}" presName="hierRoot4" presStyleCnt="0"/>
      <dgm:spPr/>
    </dgm:pt>
    <dgm:pt modelId="{9AB4EA47-FBC8-4D61-94CC-7E19E088BCE5}" type="pres">
      <dgm:prSet presAssocID="{BF51A44D-C6B1-4D71-BF1E-2DBB7BF31162}" presName="composite4" presStyleCnt="0"/>
      <dgm:spPr/>
    </dgm:pt>
    <dgm:pt modelId="{FD43E2ED-8025-4C2E-A7A0-E52BF0698EA9}" type="pres">
      <dgm:prSet presAssocID="{BF51A44D-C6B1-4D71-BF1E-2DBB7BF31162}" presName="background4" presStyleLbl="node4" presStyleIdx="5" presStyleCnt="15"/>
      <dgm:spPr/>
    </dgm:pt>
    <dgm:pt modelId="{FE9994BB-D3EA-4900-8ADE-12ECA4FD7FF2}" type="pres">
      <dgm:prSet presAssocID="{BF51A44D-C6B1-4D71-BF1E-2DBB7BF31162}" presName="text4" presStyleLbl="fgAcc4" presStyleIdx="5" presStyleCnt="15">
        <dgm:presLayoutVars>
          <dgm:chPref val="3"/>
        </dgm:presLayoutVars>
      </dgm:prSet>
      <dgm:spPr/>
    </dgm:pt>
    <dgm:pt modelId="{3E2FD1FD-828C-409A-B216-1F702D645BBE}" type="pres">
      <dgm:prSet presAssocID="{BF51A44D-C6B1-4D71-BF1E-2DBB7BF31162}" presName="hierChild5" presStyleCnt="0"/>
      <dgm:spPr/>
    </dgm:pt>
    <dgm:pt modelId="{C7BA1B23-9507-4AAA-9419-A6B77BEB2492}" type="pres">
      <dgm:prSet presAssocID="{3D623F64-BC98-41ED-A568-BBA7DEE63031}" presName="Name23" presStyleLbl="parChTrans1D4" presStyleIdx="6" presStyleCnt="15"/>
      <dgm:spPr/>
    </dgm:pt>
    <dgm:pt modelId="{98A6A3E8-027F-4277-A787-D3EB6C25BEB7}" type="pres">
      <dgm:prSet presAssocID="{35BAAFE8-6F0F-456F-A083-39294CE142D8}" presName="hierRoot4" presStyleCnt="0"/>
      <dgm:spPr/>
    </dgm:pt>
    <dgm:pt modelId="{0A320600-4E86-4206-8EAE-AB6A0C2EDED3}" type="pres">
      <dgm:prSet presAssocID="{35BAAFE8-6F0F-456F-A083-39294CE142D8}" presName="composite4" presStyleCnt="0"/>
      <dgm:spPr/>
    </dgm:pt>
    <dgm:pt modelId="{854BA2C7-4D00-4A78-B819-E599FF99FEA8}" type="pres">
      <dgm:prSet presAssocID="{35BAAFE8-6F0F-456F-A083-39294CE142D8}" presName="background4" presStyleLbl="node4" presStyleIdx="6" presStyleCnt="15"/>
      <dgm:spPr/>
    </dgm:pt>
    <dgm:pt modelId="{2556CA3D-C248-4AA4-88D0-72FAD721B9F3}" type="pres">
      <dgm:prSet presAssocID="{35BAAFE8-6F0F-456F-A083-39294CE142D8}" presName="text4" presStyleLbl="fgAcc4" presStyleIdx="6" presStyleCnt="15">
        <dgm:presLayoutVars>
          <dgm:chPref val="3"/>
        </dgm:presLayoutVars>
      </dgm:prSet>
      <dgm:spPr/>
    </dgm:pt>
    <dgm:pt modelId="{9155DE8A-DCD4-4D39-A354-FEDCD0B1F42D}" type="pres">
      <dgm:prSet presAssocID="{35BAAFE8-6F0F-456F-A083-39294CE142D8}" presName="hierChild5" presStyleCnt="0"/>
      <dgm:spPr/>
    </dgm:pt>
    <dgm:pt modelId="{DE769F02-5201-4799-94FF-306430080CCB}" type="pres">
      <dgm:prSet presAssocID="{F187D4FE-C3F3-4F3C-9863-B85E3DBC2C0A}" presName="Name17" presStyleLbl="parChTrans1D3" presStyleIdx="1" presStyleCnt="3"/>
      <dgm:spPr/>
    </dgm:pt>
    <dgm:pt modelId="{3333335C-AD35-476B-8A04-7A784BCA38CD}" type="pres">
      <dgm:prSet presAssocID="{0D614B70-AAA0-4C1F-B409-05F9A1ED3B51}" presName="hierRoot3" presStyleCnt="0"/>
      <dgm:spPr/>
    </dgm:pt>
    <dgm:pt modelId="{1C8F5835-D66C-4A11-BD07-162327CFC653}" type="pres">
      <dgm:prSet presAssocID="{0D614B70-AAA0-4C1F-B409-05F9A1ED3B51}" presName="composite3" presStyleCnt="0"/>
      <dgm:spPr/>
    </dgm:pt>
    <dgm:pt modelId="{73485E32-0AD6-43B8-9D27-9B2CC528FBF9}" type="pres">
      <dgm:prSet presAssocID="{0D614B70-AAA0-4C1F-B409-05F9A1ED3B51}" presName="background3" presStyleLbl="node3" presStyleIdx="1" presStyleCnt="3"/>
      <dgm:spPr/>
    </dgm:pt>
    <dgm:pt modelId="{0EC0C926-7BD3-409E-9B1B-BB38C266A17D}" type="pres">
      <dgm:prSet presAssocID="{0D614B70-AAA0-4C1F-B409-05F9A1ED3B51}" presName="text3" presStyleLbl="fgAcc3" presStyleIdx="1" presStyleCnt="3">
        <dgm:presLayoutVars>
          <dgm:chPref val="3"/>
        </dgm:presLayoutVars>
      </dgm:prSet>
      <dgm:spPr/>
    </dgm:pt>
    <dgm:pt modelId="{01287346-1676-459C-AEEE-F21F1B322447}" type="pres">
      <dgm:prSet presAssocID="{0D614B70-AAA0-4C1F-B409-05F9A1ED3B51}" presName="hierChild4" presStyleCnt="0"/>
      <dgm:spPr/>
    </dgm:pt>
    <dgm:pt modelId="{29F7FC87-1910-45C2-9316-23157872F053}" type="pres">
      <dgm:prSet presAssocID="{7B5CAB4F-19EC-40D5-9ABF-9A7B3494CCD7}" presName="Name23" presStyleLbl="parChTrans1D4" presStyleIdx="7" presStyleCnt="15"/>
      <dgm:spPr/>
    </dgm:pt>
    <dgm:pt modelId="{5D56528F-3E63-42E2-ADFF-3F86CF0E673D}" type="pres">
      <dgm:prSet presAssocID="{9D6DAB6C-20A6-40DC-9DAF-F556F390BE47}" presName="hierRoot4" presStyleCnt="0"/>
      <dgm:spPr/>
    </dgm:pt>
    <dgm:pt modelId="{D70B0ED2-379A-493E-85B2-214F89B913EB}" type="pres">
      <dgm:prSet presAssocID="{9D6DAB6C-20A6-40DC-9DAF-F556F390BE47}" presName="composite4" presStyleCnt="0"/>
      <dgm:spPr/>
    </dgm:pt>
    <dgm:pt modelId="{F378606C-887D-4D15-8AE5-53E31C3BF60E}" type="pres">
      <dgm:prSet presAssocID="{9D6DAB6C-20A6-40DC-9DAF-F556F390BE47}" presName="background4" presStyleLbl="node4" presStyleIdx="7" presStyleCnt="15"/>
      <dgm:spPr/>
    </dgm:pt>
    <dgm:pt modelId="{B3C932E0-7176-4FC1-9C4F-91887D136C8C}" type="pres">
      <dgm:prSet presAssocID="{9D6DAB6C-20A6-40DC-9DAF-F556F390BE47}" presName="text4" presStyleLbl="fgAcc4" presStyleIdx="7" presStyleCnt="15">
        <dgm:presLayoutVars>
          <dgm:chPref val="3"/>
        </dgm:presLayoutVars>
      </dgm:prSet>
      <dgm:spPr/>
    </dgm:pt>
    <dgm:pt modelId="{5D5A5006-7183-4CD7-AB62-896F51A2C2C8}" type="pres">
      <dgm:prSet presAssocID="{9D6DAB6C-20A6-40DC-9DAF-F556F390BE47}" presName="hierChild5" presStyleCnt="0"/>
      <dgm:spPr/>
    </dgm:pt>
    <dgm:pt modelId="{7735955A-7678-4BE7-81AF-0BD88CAA260F}" type="pres">
      <dgm:prSet presAssocID="{D12AB2D4-9297-4686-93B2-78DDCA9BE3AD}" presName="Name23" presStyleLbl="parChTrans1D4" presStyleIdx="8" presStyleCnt="15"/>
      <dgm:spPr/>
    </dgm:pt>
    <dgm:pt modelId="{73B17DF2-CF2B-4537-9D66-9884DE904BCE}" type="pres">
      <dgm:prSet presAssocID="{BBFEEA85-EFE7-4AFB-A9AD-8D8207497C85}" presName="hierRoot4" presStyleCnt="0"/>
      <dgm:spPr/>
    </dgm:pt>
    <dgm:pt modelId="{F90B699C-9385-4AF0-8A96-52EBEAB64EE5}" type="pres">
      <dgm:prSet presAssocID="{BBFEEA85-EFE7-4AFB-A9AD-8D8207497C85}" presName="composite4" presStyleCnt="0"/>
      <dgm:spPr/>
    </dgm:pt>
    <dgm:pt modelId="{F1AF4450-338E-4C93-9FDE-D1509D4AC47B}" type="pres">
      <dgm:prSet presAssocID="{BBFEEA85-EFE7-4AFB-A9AD-8D8207497C85}" presName="background4" presStyleLbl="node4" presStyleIdx="8" presStyleCnt="15"/>
      <dgm:spPr/>
    </dgm:pt>
    <dgm:pt modelId="{95186209-C2DF-46E9-9315-8E60C2171D2D}" type="pres">
      <dgm:prSet presAssocID="{BBFEEA85-EFE7-4AFB-A9AD-8D8207497C85}" presName="text4" presStyleLbl="fgAcc4" presStyleIdx="8" presStyleCnt="15">
        <dgm:presLayoutVars>
          <dgm:chPref val="3"/>
        </dgm:presLayoutVars>
      </dgm:prSet>
      <dgm:spPr/>
    </dgm:pt>
    <dgm:pt modelId="{FF817D11-9E2A-472E-A598-43747B4913E4}" type="pres">
      <dgm:prSet presAssocID="{BBFEEA85-EFE7-4AFB-A9AD-8D8207497C85}" presName="hierChild5" presStyleCnt="0"/>
      <dgm:spPr/>
    </dgm:pt>
    <dgm:pt modelId="{017E532E-1CF8-43B9-A6F6-DE5F454119B3}" type="pres">
      <dgm:prSet presAssocID="{150DEC0F-B087-46EC-9845-260851B6C4F5}" presName="Name23" presStyleLbl="parChTrans1D4" presStyleIdx="9" presStyleCnt="15"/>
      <dgm:spPr/>
    </dgm:pt>
    <dgm:pt modelId="{E6D7A56F-1AA6-48DE-87EA-E799F76423C3}" type="pres">
      <dgm:prSet presAssocID="{651EF062-586C-4F7F-A197-94E0AF8E04D5}" presName="hierRoot4" presStyleCnt="0"/>
      <dgm:spPr/>
    </dgm:pt>
    <dgm:pt modelId="{0582E2BF-52D7-4D17-ADFF-E025217E8CA3}" type="pres">
      <dgm:prSet presAssocID="{651EF062-586C-4F7F-A197-94E0AF8E04D5}" presName="composite4" presStyleCnt="0"/>
      <dgm:spPr/>
    </dgm:pt>
    <dgm:pt modelId="{E2EB9574-5A03-4B9B-9AE5-86E6FBB0E21B}" type="pres">
      <dgm:prSet presAssocID="{651EF062-586C-4F7F-A197-94E0AF8E04D5}" presName="background4" presStyleLbl="node4" presStyleIdx="9" presStyleCnt="15"/>
      <dgm:spPr/>
    </dgm:pt>
    <dgm:pt modelId="{06686897-A3F1-4C8D-B2D3-1D0D188D3BA1}" type="pres">
      <dgm:prSet presAssocID="{651EF062-586C-4F7F-A197-94E0AF8E04D5}" presName="text4" presStyleLbl="fgAcc4" presStyleIdx="9" presStyleCnt="15">
        <dgm:presLayoutVars>
          <dgm:chPref val="3"/>
        </dgm:presLayoutVars>
      </dgm:prSet>
      <dgm:spPr/>
    </dgm:pt>
    <dgm:pt modelId="{94A95E4F-7662-4310-9709-25BB636DC747}" type="pres">
      <dgm:prSet presAssocID="{651EF062-586C-4F7F-A197-94E0AF8E04D5}" presName="hierChild5" presStyleCnt="0"/>
      <dgm:spPr/>
    </dgm:pt>
    <dgm:pt modelId="{84F92A57-442C-432A-B9BF-00E70F3CC2C4}" type="pres">
      <dgm:prSet presAssocID="{611C6EDA-815B-4CDA-87C9-22B6D6A3D5F8}" presName="Name23" presStyleLbl="parChTrans1D4" presStyleIdx="10" presStyleCnt="15"/>
      <dgm:spPr/>
    </dgm:pt>
    <dgm:pt modelId="{030C3D9A-70D8-4F88-8554-61466A815867}" type="pres">
      <dgm:prSet presAssocID="{3AEDC816-46DF-448E-878E-D6127A7F1D8C}" presName="hierRoot4" presStyleCnt="0"/>
      <dgm:spPr/>
    </dgm:pt>
    <dgm:pt modelId="{29E2D665-36FA-40D2-BB76-F12CDE757A60}" type="pres">
      <dgm:prSet presAssocID="{3AEDC816-46DF-448E-878E-D6127A7F1D8C}" presName="composite4" presStyleCnt="0"/>
      <dgm:spPr/>
    </dgm:pt>
    <dgm:pt modelId="{3FEE3065-2975-4312-8EF1-35A35C155421}" type="pres">
      <dgm:prSet presAssocID="{3AEDC816-46DF-448E-878E-D6127A7F1D8C}" presName="background4" presStyleLbl="node4" presStyleIdx="10" presStyleCnt="15"/>
      <dgm:spPr/>
    </dgm:pt>
    <dgm:pt modelId="{FCDFD57E-7444-40BF-A551-FB1F16C09629}" type="pres">
      <dgm:prSet presAssocID="{3AEDC816-46DF-448E-878E-D6127A7F1D8C}" presName="text4" presStyleLbl="fgAcc4" presStyleIdx="10" presStyleCnt="15">
        <dgm:presLayoutVars>
          <dgm:chPref val="3"/>
        </dgm:presLayoutVars>
      </dgm:prSet>
      <dgm:spPr/>
    </dgm:pt>
    <dgm:pt modelId="{73C8F5A2-A9A5-4827-8C55-970E80E4D9C5}" type="pres">
      <dgm:prSet presAssocID="{3AEDC816-46DF-448E-878E-D6127A7F1D8C}" presName="hierChild5" presStyleCnt="0"/>
      <dgm:spPr/>
    </dgm:pt>
    <dgm:pt modelId="{1C4F3CD9-7BA1-4633-B05B-A39E4079275B}" type="pres">
      <dgm:prSet presAssocID="{77E415F8-94AD-47DE-86E8-91A45F3FE216}" presName="Name23" presStyleLbl="parChTrans1D4" presStyleIdx="11" presStyleCnt="15"/>
      <dgm:spPr/>
    </dgm:pt>
    <dgm:pt modelId="{FACAC870-9576-41FF-92CF-4D6070084A44}" type="pres">
      <dgm:prSet presAssocID="{5539D90A-B26B-4C9E-B6C0-2772E08205D4}" presName="hierRoot4" presStyleCnt="0"/>
      <dgm:spPr/>
    </dgm:pt>
    <dgm:pt modelId="{61CB9AB3-B260-40AA-B167-D8756C21ACDA}" type="pres">
      <dgm:prSet presAssocID="{5539D90A-B26B-4C9E-B6C0-2772E08205D4}" presName="composite4" presStyleCnt="0"/>
      <dgm:spPr/>
    </dgm:pt>
    <dgm:pt modelId="{BCBAA807-CDD5-4545-A7BD-B94CDBFFAD95}" type="pres">
      <dgm:prSet presAssocID="{5539D90A-B26B-4C9E-B6C0-2772E08205D4}" presName="background4" presStyleLbl="node4" presStyleIdx="11" presStyleCnt="15"/>
      <dgm:spPr/>
    </dgm:pt>
    <dgm:pt modelId="{35C6FD83-1E02-4631-94F7-FBF8B50BD52D}" type="pres">
      <dgm:prSet presAssocID="{5539D90A-B26B-4C9E-B6C0-2772E08205D4}" presName="text4" presStyleLbl="fgAcc4" presStyleIdx="11" presStyleCnt="15">
        <dgm:presLayoutVars>
          <dgm:chPref val="3"/>
        </dgm:presLayoutVars>
      </dgm:prSet>
      <dgm:spPr/>
    </dgm:pt>
    <dgm:pt modelId="{6FBF9B6C-4A3A-4C27-BA11-73DA2F5CAA36}" type="pres">
      <dgm:prSet presAssocID="{5539D90A-B26B-4C9E-B6C0-2772E08205D4}" presName="hierChild5" presStyleCnt="0"/>
      <dgm:spPr/>
    </dgm:pt>
    <dgm:pt modelId="{4DCDAD20-EB07-4F7D-85B4-963E7E4F0665}" type="pres">
      <dgm:prSet presAssocID="{3710D1D5-6C73-4258-886F-C1682614B26C}" presName="Name17" presStyleLbl="parChTrans1D3" presStyleIdx="2" presStyleCnt="3"/>
      <dgm:spPr/>
    </dgm:pt>
    <dgm:pt modelId="{2922B99E-5BC3-43DE-9A9A-DC61F75A6533}" type="pres">
      <dgm:prSet presAssocID="{408F77C3-6A1B-4ECD-8D35-013DC06D6A58}" presName="hierRoot3" presStyleCnt="0"/>
      <dgm:spPr/>
    </dgm:pt>
    <dgm:pt modelId="{70CBBE05-6549-49ED-B401-881C8A1F6752}" type="pres">
      <dgm:prSet presAssocID="{408F77C3-6A1B-4ECD-8D35-013DC06D6A58}" presName="composite3" presStyleCnt="0"/>
      <dgm:spPr/>
    </dgm:pt>
    <dgm:pt modelId="{B1053D9A-1C56-488E-86A8-BC8F48551D24}" type="pres">
      <dgm:prSet presAssocID="{408F77C3-6A1B-4ECD-8D35-013DC06D6A58}" presName="background3" presStyleLbl="node3" presStyleIdx="2" presStyleCnt="3"/>
      <dgm:spPr/>
    </dgm:pt>
    <dgm:pt modelId="{A61542AF-F16C-4CF8-A723-16BFAC99610F}" type="pres">
      <dgm:prSet presAssocID="{408F77C3-6A1B-4ECD-8D35-013DC06D6A58}" presName="text3" presStyleLbl="fgAcc3" presStyleIdx="2" presStyleCnt="3">
        <dgm:presLayoutVars>
          <dgm:chPref val="3"/>
        </dgm:presLayoutVars>
      </dgm:prSet>
      <dgm:spPr/>
    </dgm:pt>
    <dgm:pt modelId="{A36F5347-C630-4D8B-92A8-8478432CC05B}" type="pres">
      <dgm:prSet presAssocID="{408F77C3-6A1B-4ECD-8D35-013DC06D6A58}" presName="hierChild4" presStyleCnt="0"/>
      <dgm:spPr/>
    </dgm:pt>
    <dgm:pt modelId="{E1D8ADE1-74E7-4FA2-8813-4331120BF49E}" type="pres">
      <dgm:prSet presAssocID="{115AB669-26F0-4C73-B086-4CAD63149D7C}" presName="Name23" presStyleLbl="parChTrans1D4" presStyleIdx="12" presStyleCnt="15"/>
      <dgm:spPr/>
    </dgm:pt>
    <dgm:pt modelId="{D8A6D408-9C5A-410C-940B-7AF17FEB5AF0}" type="pres">
      <dgm:prSet presAssocID="{DD2252D7-EE74-4ED6-B606-010D3B2438D6}" presName="hierRoot4" presStyleCnt="0"/>
      <dgm:spPr/>
    </dgm:pt>
    <dgm:pt modelId="{55FB142E-6E6F-4B14-9C8C-2AB62F32D025}" type="pres">
      <dgm:prSet presAssocID="{DD2252D7-EE74-4ED6-B606-010D3B2438D6}" presName="composite4" presStyleCnt="0"/>
      <dgm:spPr/>
    </dgm:pt>
    <dgm:pt modelId="{0F2E24E9-EB4D-4836-9274-9D87D726E145}" type="pres">
      <dgm:prSet presAssocID="{DD2252D7-EE74-4ED6-B606-010D3B2438D6}" presName="background4" presStyleLbl="node4" presStyleIdx="12" presStyleCnt="15"/>
      <dgm:spPr/>
    </dgm:pt>
    <dgm:pt modelId="{BCDAD223-1E15-48DC-BC41-CD418CD1005B}" type="pres">
      <dgm:prSet presAssocID="{DD2252D7-EE74-4ED6-B606-010D3B2438D6}" presName="text4" presStyleLbl="fgAcc4" presStyleIdx="12" presStyleCnt="15">
        <dgm:presLayoutVars>
          <dgm:chPref val="3"/>
        </dgm:presLayoutVars>
      </dgm:prSet>
      <dgm:spPr/>
    </dgm:pt>
    <dgm:pt modelId="{DC046101-7DD6-4CA5-8CCF-1B0EAAC3FA4F}" type="pres">
      <dgm:prSet presAssocID="{DD2252D7-EE74-4ED6-B606-010D3B2438D6}" presName="hierChild5" presStyleCnt="0"/>
      <dgm:spPr/>
    </dgm:pt>
    <dgm:pt modelId="{0A2CF53B-F36B-4DDB-9511-B5DDB190CC7B}" type="pres">
      <dgm:prSet presAssocID="{BDCF70B7-ECFF-4ACC-8B4A-807BE1AD2DB8}" presName="Name23" presStyleLbl="parChTrans1D4" presStyleIdx="13" presStyleCnt="15"/>
      <dgm:spPr/>
    </dgm:pt>
    <dgm:pt modelId="{94D06C9F-82B3-424E-A209-1522D6EACB4A}" type="pres">
      <dgm:prSet presAssocID="{46EFD658-6079-47B0-8831-10307FD1CA50}" presName="hierRoot4" presStyleCnt="0"/>
      <dgm:spPr/>
    </dgm:pt>
    <dgm:pt modelId="{6E14CD00-2962-4F98-8EEF-B5138D40CE44}" type="pres">
      <dgm:prSet presAssocID="{46EFD658-6079-47B0-8831-10307FD1CA50}" presName="composite4" presStyleCnt="0"/>
      <dgm:spPr/>
    </dgm:pt>
    <dgm:pt modelId="{98A312BD-029D-404A-855E-62C657611DBA}" type="pres">
      <dgm:prSet presAssocID="{46EFD658-6079-47B0-8831-10307FD1CA50}" presName="background4" presStyleLbl="node4" presStyleIdx="13" presStyleCnt="15"/>
      <dgm:spPr/>
    </dgm:pt>
    <dgm:pt modelId="{A9D97102-B079-4A3A-9A4D-2C547510408A}" type="pres">
      <dgm:prSet presAssocID="{46EFD658-6079-47B0-8831-10307FD1CA50}" presName="text4" presStyleLbl="fgAcc4" presStyleIdx="13" presStyleCnt="15">
        <dgm:presLayoutVars>
          <dgm:chPref val="3"/>
        </dgm:presLayoutVars>
      </dgm:prSet>
      <dgm:spPr/>
    </dgm:pt>
    <dgm:pt modelId="{085B8069-C22B-46EE-8A03-761ED3B19FE0}" type="pres">
      <dgm:prSet presAssocID="{46EFD658-6079-47B0-8831-10307FD1CA50}" presName="hierChild5" presStyleCnt="0"/>
      <dgm:spPr/>
    </dgm:pt>
    <dgm:pt modelId="{AB7370CC-50FB-4697-AD27-AE8182412A5E}" type="pres">
      <dgm:prSet presAssocID="{48671352-3E11-4B5A-8BE3-078DF71F6AB6}" presName="Name23" presStyleLbl="parChTrans1D4" presStyleIdx="14" presStyleCnt="15"/>
      <dgm:spPr/>
    </dgm:pt>
    <dgm:pt modelId="{EC4C1CE2-0420-44E2-A75B-765D60DAA40D}" type="pres">
      <dgm:prSet presAssocID="{1CF07592-8359-4EF9-A97C-01DF3ED2772F}" presName="hierRoot4" presStyleCnt="0"/>
      <dgm:spPr/>
    </dgm:pt>
    <dgm:pt modelId="{B359DE7C-522E-4B2E-9DED-740E8A86E9DD}" type="pres">
      <dgm:prSet presAssocID="{1CF07592-8359-4EF9-A97C-01DF3ED2772F}" presName="composite4" presStyleCnt="0"/>
      <dgm:spPr/>
    </dgm:pt>
    <dgm:pt modelId="{520F7B5E-95C0-4F44-B376-AD8659483B94}" type="pres">
      <dgm:prSet presAssocID="{1CF07592-8359-4EF9-A97C-01DF3ED2772F}" presName="background4" presStyleLbl="node4" presStyleIdx="14" presStyleCnt="15"/>
      <dgm:spPr/>
    </dgm:pt>
    <dgm:pt modelId="{FC7B0ACE-FCC8-4151-A45C-835769467EA6}" type="pres">
      <dgm:prSet presAssocID="{1CF07592-8359-4EF9-A97C-01DF3ED2772F}" presName="text4" presStyleLbl="fgAcc4" presStyleIdx="14" presStyleCnt="15">
        <dgm:presLayoutVars>
          <dgm:chPref val="3"/>
        </dgm:presLayoutVars>
      </dgm:prSet>
      <dgm:spPr/>
    </dgm:pt>
    <dgm:pt modelId="{629EAF42-F42F-4838-BAF4-35BC72D5B25B}" type="pres">
      <dgm:prSet presAssocID="{1CF07592-8359-4EF9-A97C-01DF3ED2772F}" presName="hierChild5" presStyleCnt="0"/>
      <dgm:spPr/>
    </dgm:pt>
    <dgm:pt modelId="{6CAE3034-A7E6-4714-B502-5CAD3F083221}" type="pres">
      <dgm:prSet presAssocID="{92872BA2-9067-49C4-BDF5-579BE3BA8C72}" presName="Name10" presStyleLbl="parChTrans1D2" presStyleIdx="1" presStyleCnt="2"/>
      <dgm:spPr/>
    </dgm:pt>
    <dgm:pt modelId="{5963188B-D481-4D07-919C-1FCF9ED34A44}" type="pres">
      <dgm:prSet presAssocID="{C660FB3B-7F63-483E-AD8E-A3908CE32F82}" presName="hierRoot2" presStyleCnt="0"/>
      <dgm:spPr/>
    </dgm:pt>
    <dgm:pt modelId="{063D26D2-F048-4C5F-AF7B-4981B6BECB6E}" type="pres">
      <dgm:prSet presAssocID="{C660FB3B-7F63-483E-AD8E-A3908CE32F82}" presName="composite2" presStyleCnt="0"/>
      <dgm:spPr/>
    </dgm:pt>
    <dgm:pt modelId="{340800A0-9F45-4912-8BC1-3ADECEC8BC68}" type="pres">
      <dgm:prSet presAssocID="{C660FB3B-7F63-483E-AD8E-A3908CE32F82}" presName="background2" presStyleLbl="node2" presStyleIdx="1" presStyleCnt="2"/>
      <dgm:spPr/>
    </dgm:pt>
    <dgm:pt modelId="{DEBA35AB-9628-4B36-8350-4C9D6EAA89EC}" type="pres">
      <dgm:prSet presAssocID="{C660FB3B-7F63-483E-AD8E-A3908CE32F82}" presName="text2" presStyleLbl="fgAcc2" presStyleIdx="1" presStyleCnt="2">
        <dgm:presLayoutVars>
          <dgm:chPref val="3"/>
        </dgm:presLayoutVars>
      </dgm:prSet>
      <dgm:spPr/>
    </dgm:pt>
    <dgm:pt modelId="{51F7453E-534B-4A9F-A2AD-EA6CE2ABC1C8}" type="pres">
      <dgm:prSet presAssocID="{C660FB3B-7F63-483E-AD8E-A3908CE32F82}" presName="hierChild3" presStyleCnt="0"/>
      <dgm:spPr/>
    </dgm:pt>
  </dgm:ptLst>
  <dgm:cxnLst>
    <dgm:cxn modelId="{7F449201-0051-4CA9-B5AD-9B757D3F0606}" srcId="{408F77C3-6A1B-4ECD-8D35-013DC06D6A58}" destId="{DD2252D7-EE74-4ED6-B606-010D3B2438D6}" srcOrd="0" destOrd="0" parTransId="{115AB669-26F0-4C73-B086-4CAD63149D7C}" sibTransId="{D66E8168-27A9-4C14-A00B-789C1F1184EE}"/>
    <dgm:cxn modelId="{36C1D001-0BD5-4CC1-BFB5-2E9C780C5B04}" type="presOf" srcId="{DD2252D7-EE74-4ED6-B606-010D3B2438D6}" destId="{BCDAD223-1E15-48DC-BC41-CD418CD1005B}" srcOrd="0" destOrd="0" presId="urn:microsoft.com/office/officeart/2005/8/layout/hierarchy1"/>
    <dgm:cxn modelId="{8550A704-C6FC-4103-8F97-F6879F1B19ED}" type="presOf" srcId="{46CF99C5-8FE8-4110-90B4-5A72B224E01D}" destId="{2383E025-29FE-4782-ADAA-816169278A9C}" srcOrd="0" destOrd="0" presId="urn:microsoft.com/office/officeart/2005/8/layout/hierarchy1"/>
    <dgm:cxn modelId="{1B02EB06-F926-43C0-A6B6-E91F672517B7}" type="presOf" srcId="{D9A22827-B178-4BA1-8F74-5BD0F1679667}" destId="{28EEAF21-E52F-475F-A9A1-D47C1EEA698C}" srcOrd="0" destOrd="0" presId="urn:microsoft.com/office/officeart/2005/8/layout/hierarchy1"/>
    <dgm:cxn modelId="{E02DAA08-E7A4-46CE-8450-7CD35FD637E5}" type="presOf" srcId="{1CEAC375-155E-41F8-B2FD-0C0D454725D2}" destId="{E5C3BDE0-7560-4454-A5EA-5623303BF1AE}" srcOrd="0" destOrd="0" presId="urn:microsoft.com/office/officeart/2005/8/layout/hierarchy1"/>
    <dgm:cxn modelId="{F10A7F09-356A-46BD-A495-3F6ABBC04727}" type="presOf" srcId="{C660FB3B-7F63-483E-AD8E-A3908CE32F82}" destId="{DEBA35AB-9628-4B36-8350-4C9D6EAA89EC}" srcOrd="0" destOrd="0" presId="urn:microsoft.com/office/officeart/2005/8/layout/hierarchy1"/>
    <dgm:cxn modelId="{FE85750C-4252-478B-8D62-E61581E02990}" type="presOf" srcId="{990DCF82-90B6-4675-B3A1-181F46FBA371}" destId="{BE5BE597-A94E-4383-90EA-BAF95F48A25C}" srcOrd="0" destOrd="0" presId="urn:microsoft.com/office/officeart/2005/8/layout/hierarchy1"/>
    <dgm:cxn modelId="{A34CB40F-024C-4662-B853-1061F10AE416}" srcId="{F9D84065-B062-47F2-A2BC-68E63E0EFDE0}" destId="{4D78E436-568E-4CFE-A0D1-D0D1848B97AD}" srcOrd="0" destOrd="0" parTransId="{46CF99C5-8FE8-4110-90B4-5A72B224E01D}" sibTransId="{AEEAF12C-55EC-4688-91EE-C5A7DE84CBFD}"/>
    <dgm:cxn modelId="{C86C1E12-153E-4847-B02E-F0DB40F05280}" type="presOf" srcId="{BBFEEA85-EFE7-4AFB-A9AD-8D8207497C85}" destId="{95186209-C2DF-46E9-9315-8E60C2171D2D}" srcOrd="0" destOrd="0" presId="urn:microsoft.com/office/officeart/2005/8/layout/hierarchy1"/>
    <dgm:cxn modelId="{5423C013-FA4B-4D20-9630-84173E74B390}" type="presOf" srcId="{46EFD658-6079-47B0-8831-10307FD1CA50}" destId="{A9D97102-B079-4A3A-9A4D-2C547510408A}" srcOrd="0" destOrd="0" presId="urn:microsoft.com/office/officeart/2005/8/layout/hierarchy1"/>
    <dgm:cxn modelId="{8EF0A61A-5097-4544-9969-62390548536C}" type="presOf" srcId="{153F0924-4F7D-4EE1-9881-D95E8D1EEE2D}" destId="{6DAA7FDA-21CF-47A0-A5AE-F0C797A0F6CB}" srcOrd="0" destOrd="0" presId="urn:microsoft.com/office/officeart/2005/8/layout/hierarchy1"/>
    <dgm:cxn modelId="{D9F63D1B-4B7A-4A79-BB9F-DC5E6267C818}" srcId="{153F0924-4F7D-4EE1-9881-D95E8D1EEE2D}" destId="{52422715-22F8-45DC-9208-83BFD063BDB0}" srcOrd="2" destOrd="0" parTransId="{3AE2514A-7830-42EF-9748-0164EB7764B1}" sibTransId="{D8675E62-46AE-4747-A640-F691E2F67FF6}"/>
    <dgm:cxn modelId="{68F43725-2BF6-479D-8231-6AF31E2D58C6}" srcId="{408F77C3-6A1B-4ECD-8D35-013DC06D6A58}" destId="{46EFD658-6079-47B0-8831-10307FD1CA50}" srcOrd="1" destOrd="0" parTransId="{BDCF70B7-ECFF-4ACC-8B4A-807BE1AD2DB8}" sibTransId="{DA612588-0C53-4CAF-8F96-0181A29F4785}"/>
    <dgm:cxn modelId="{9F05C325-0444-44DA-B2A5-B57792FA5AD9}" srcId="{4D78E436-568E-4CFE-A0D1-D0D1848B97AD}" destId="{153F0924-4F7D-4EE1-9881-D95E8D1EEE2D}" srcOrd="0" destOrd="0" parTransId="{C0567A68-6C81-4315-A7E4-F742A26E7242}" sibTransId="{F4560DC5-1A7E-461B-A09B-3B655B9113D9}"/>
    <dgm:cxn modelId="{D2102727-F4BA-4642-80A0-E0FFA4545401}" type="presOf" srcId="{3710D1D5-6C73-4258-886F-C1682614B26C}" destId="{4DCDAD20-EB07-4F7D-85B4-963E7E4F0665}" srcOrd="0" destOrd="0" presId="urn:microsoft.com/office/officeart/2005/8/layout/hierarchy1"/>
    <dgm:cxn modelId="{D7788729-E8D3-4AC9-A52D-820ABB42F2DD}" type="presOf" srcId="{3AE2514A-7830-42EF-9748-0164EB7764B1}" destId="{700AEF84-F1FF-44B4-B3CE-91A0606A7F0F}" srcOrd="0" destOrd="0" presId="urn:microsoft.com/office/officeart/2005/8/layout/hierarchy1"/>
    <dgm:cxn modelId="{48EA232B-DFE6-487C-B861-1E2484CEFC45}" srcId="{153F0924-4F7D-4EE1-9881-D95E8D1EEE2D}" destId="{1CEAC375-155E-41F8-B2FD-0C0D454725D2}" srcOrd="0" destOrd="0" parTransId="{2227702B-580B-4DEB-A456-239181981651}" sibTransId="{4F5874AC-32B2-43A2-9B42-531A972AC061}"/>
    <dgm:cxn modelId="{6E5EB22D-A2D7-4F86-ACD9-3095B8504DB1}" type="presOf" srcId="{115AB669-26F0-4C73-B086-4CAD63149D7C}" destId="{E1D8ADE1-74E7-4FA2-8813-4331120BF49E}" srcOrd="0" destOrd="0" presId="urn:microsoft.com/office/officeart/2005/8/layout/hierarchy1"/>
    <dgm:cxn modelId="{556C0830-266D-4B65-8DAD-B7748DDC9965}" srcId="{4D78E436-568E-4CFE-A0D1-D0D1848B97AD}" destId="{0D614B70-AAA0-4C1F-B409-05F9A1ED3B51}" srcOrd="1" destOrd="0" parTransId="{F187D4FE-C3F3-4F3C-9863-B85E3DBC2C0A}" sibTransId="{0D6F8193-2365-4486-9C87-D755D3171D1C}"/>
    <dgm:cxn modelId="{EC146C40-1ED1-4570-94CF-8DBCBA657799}" type="presOf" srcId="{9D6DAB6C-20A6-40DC-9DAF-F556F390BE47}" destId="{B3C932E0-7176-4FC1-9C4F-91887D136C8C}" srcOrd="0" destOrd="0" presId="urn:microsoft.com/office/officeart/2005/8/layout/hierarchy1"/>
    <dgm:cxn modelId="{9CD49E5F-AF24-4D9C-AE95-9B3EC3D73645}" type="presOf" srcId="{48671352-3E11-4B5A-8BE3-078DF71F6AB6}" destId="{AB7370CC-50FB-4697-AD27-AE8182412A5E}" srcOrd="0" destOrd="0" presId="urn:microsoft.com/office/officeart/2005/8/layout/hierarchy1"/>
    <dgm:cxn modelId="{B2ECD25F-C573-4B53-852D-0E00B68886AE}" type="presOf" srcId="{0D614B70-AAA0-4C1F-B409-05F9A1ED3B51}" destId="{0EC0C926-7BD3-409E-9B1B-BB38C266A17D}" srcOrd="0" destOrd="0" presId="urn:microsoft.com/office/officeart/2005/8/layout/hierarchy1"/>
    <dgm:cxn modelId="{A2A4A548-0D2C-45FB-B587-006922B208FF}" srcId="{0D614B70-AAA0-4C1F-B409-05F9A1ED3B51}" destId="{BBFEEA85-EFE7-4AFB-A9AD-8D8207497C85}" srcOrd="1" destOrd="0" parTransId="{D12AB2D4-9297-4686-93B2-78DDCA9BE3AD}" sibTransId="{68F9C329-654D-4BC4-A086-F4348D1BBC0B}"/>
    <dgm:cxn modelId="{139C7249-71BF-4016-8BFA-24E3BAA4FC4F}" type="presOf" srcId="{611C6EDA-815B-4CDA-87C9-22B6D6A3D5F8}" destId="{84F92A57-442C-432A-B9BF-00E70F3CC2C4}" srcOrd="0" destOrd="0" presId="urn:microsoft.com/office/officeart/2005/8/layout/hierarchy1"/>
    <dgm:cxn modelId="{007CC049-12AC-4BFE-A198-CCA211325348}" type="presOf" srcId="{4D78E436-568E-4CFE-A0D1-D0D1848B97AD}" destId="{7A9B53F2-EF9B-472C-AD5B-898886994B2E}" srcOrd="0" destOrd="0" presId="urn:microsoft.com/office/officeart/2005/8/layout/hierarchy1"/>
    <dgm:cxn modelId="{2F468B4C-FAE6-41FD-BB65-CB7F04B0E3B2}" srcId="{153F0924-4F7D-4EE1-9881-D95E8D1EEE2D}" destId="{BF51A44D-C6B1-4D71-BF1E-2DBB7BF31162}" srcOrd="5" destOrd="0" parTransId="{E9663FAA-89DE-4E30-8169-22F7695C6D17}" sibTransId="{966B6460-5AE1-4A19-8A1A-B5D4901983AE}"/>
    <dgm:cxn modelId="{AA86F16C-6424-42FD-9802-2EA1B6498F4F}" type="presOf" srcId="{2227702B-580B-4DEB-A456-239181981651}" destId="{29FB1479-093C-460B-A4E6-0C4E58A3C7C6}" srcOrd="0" destOrd="0" presId="urn:microsoft.com/office/officeart/2005/8/layout/hierarchy1"/>
    <dgm:cxn modelId="{8ED1F34C-9AA1-4075-9898-924E1253D19C}" srcId="{153F0924-4F7D-4EE1-9881-D95E8D1EEE2D}" destId="{83CDB230-3DDC-49B9-9028-C453EAAC1A1E}" srcOrd="3" destOrd="0" parTransId="{D9A22827-B178-4BA1-8F74-5BD0F1679667}" sibTransId="{DB9C4A8C-E0FC-444B-8CF1-FF2FA6D5DFC7}"/>
    <dgm:cxn modelId="{E70A886F-3709-430D-81E8-190EA7BF8895}" type="presOf" srcId="{1CF07592-8359-4EF9-A97C-01DF3ED2772F}" destId="{FC7B0ACE-FCC8-4151-A45C-835769467EA6}" srcOrd="0" destOrd="0" presId="urn:microsoft.com/office/officeart/2005/8/layout/hierarchy1"/>
    <dgm:cxn modelId="{A1E81D70-3579-4AEF-9A11-5F972D98526B}" srcId="{3AEDC816-46DF-448E-878E-D6127A7F1D8C}" destId="{5539D90A-B26B-4C9E-B6C0-2772E08205D4}" srcOrd="0" destOrd="0" parTransId="{77E415F8-94AD-47DE-86E8-91A45F3FE216}" sibTransId="{A883D145-EEA8-4CEC-8541-769AAFE44A7E}"/>
    <dgm:cxn modelId="{B263CD79-A632-4731-A4AB-AF0CF0729431}" type="presOf" srcId="{D12AB2D4-9297-4686-93B2-78DDCA9BE3AD}" destId="{7735955A-7678-4BE7-81AF-0BD88CAA260F}" srcOrd="0" destOrd="0" presId="urn:microsoft.com/office/officeart/2005/8/layout/hierarchy1"/>
    <dgm:cxn modelId="{DD0FF885-9493-4662-A32E-99E6A4896F92}" type="presOf" srcId="{F187D4FE-C3F3-4F3C-9863-B85E3DBC2C0A}" destId="{DE769F02-5201-4799-94FF-306430080CCB}" srcOrd="0" destOrd="0" presId="urn:microsoft.com/office/officeart/2005/8/layout/hierarchy1"/>
    <dgm:cxn modelId="{74DAA086-A231-47D2-A387-3CC4A497687E}" type="presOf" srcId="{92872BA2-9067-49C4-BDF5-579BE3BA8C72}" destId="{6CAE3034-A7E6-4714-B502-5CAD3F083221}" srcOrd="0" destOrd="0" presId="urn:microsoft.com/office/officeart/2005/8/layout/hierarchy1"/>
    <dgm:cxn modelId="{8339D488-6A2B-4F6E-BADD-0A7238C6862E}" type="presOf" srcId="{553BB9FB-E05A-4EB1-AB6A-0EDE87033388}" destId="{63F2F637-0061-4C0F-AB7F-D87B914A533C}" srcOrd="0" destOrd="0" presId="urn:microsoft.com/office/officeart/2005/8/layout/hierarchy1"/>
    <dgm:cxn modelId="{560A6C8C-03A5-4ED9-A722-959A43F9C52B}" type="presOf" srcId="{3D623F64-BC98-41ED-A568-BBA7DEE63031}" destId="{C7BA1B23-9507-4AAA-9419-A6B77BEB2492}" srcOrd="0" destOrd="0" presId="urn:microsoft.com/office/officeart/2005/8/layout/hierarchy1"/>
    <dgm:cxn modelId="{BB880292-CA0A-44E7-B834-C734587F3E7D}" srcId="{153F0924-4F7D-4EE1-9881-D95E8D1EEE2D}" destId="{BABC1343-EA16-4671-B3D0-7C562BFD4104}" srcOrd="4" destOrd="0" parTransId="{553BB9FB-E05A-4EB1-AB6A-0EDE87033388}" sibTransId="{136CC59C-23EF-4583-AA0B-F601F9CE7F7C}"/>
    <dgm:cxn modelId="{9D55F192-5F58-4518-9194-FECF5D398415}" type="presOf" srcId="{5539D90A-B26B-4C9E-B6C0-2772E08205D4}" destId="{35C6FD83-1E02-4631-94F7-FBF8B50BD52D}" srcOrd="0" destOrd="0" presId="urn:microsoft.com/office/officeart/2005/8/layout/hierarchy1"/>
    <dgm:cxn modelId="{001BE796-CEF1-49E1-95A9-0F09D7CA44B6}" type="presOf" srcId="{150DEC0F-B087-46EC-9845-260851B6C4F5}" destId="{017E532E-1CF8-43B9-A6F6-DE5F454119B3}" srcOrd="0" destOrd="0" presId="urn:microsoft.com/office/officeart/2005/8/layout/hierarchy1"/>
    <dgm:cxn modelId="{C33AC398-6D48-4C8E-A9C4-FB77377C58DD}" type="presOf" srcId="{BDCF70B7-ECFF-4ACC-8B4A-807BE1AD2DB8}" destId="{0A2CF53B-F36B-4DDB-9511-B5DDB190CC7B}" srcOrd="0" destOrd="0" presId="urn:microsoft.com/office/officeart/2005/8/layout/hierarchy1"/>
    <dgm:cxn modelId="{4861AE9C-9F05-43FD-B4B0-81C1AF43803E}" type="presOf" srcId="{83CDB230-3DDC-49B9-9028-C453EAAC1A1E}" destId="{6D0DA8EC-0445-4A82-9400-5FD6A207317A}" srcOrd="0" destOrd="0" presId="urn:microsoft.com/office/officeart/2005/8/layout/hierarchy1"/>
    <dgm:cxn modelId="{F826DEA0-467E-4C1E-8C13-B82D5DFC921A}" srcId="{A44B40A0-2851-49FF-9FED-EED109A05C4A}" destId="{F9D84065-B062-47F2-A2BC-68E63E0EFDE0}" srcOrd="0" destOrd="0" parTransId="{6770C558-0252-4940-9976-629C8EE1A37B}" sibTransId="{3161AE3A-9383-4C6F-95A0-02CFA4D046BB}"/>
    <dgm:cxn modelId="{A1CCA4AB-59E2-4063-B784-86F02B3FC44B}" srcId="{651EF062-586C-4F7F-A197-94E0AF8E04D5}" destId="{3AEDC816-46DF-448E-878E-D6127A7F1D8C}" srcOrd="0" destOrd="0" parTransId="{611C6EDA-815B-4CDA-87C9-22B6D6A3D5F8}" sibTransId="{3E70EEF4-C71F-48A3-A762-C2BC25A683F1}"/>
    <dgm:cxn modelId="{E557BCB1-F5D4-4F9B-B4C3-848983C57C36}" type="presOf" srcId="{E9663FAA-89DE-4E30-8169-22F7695C6D17}" destId="{A698FDA6-9496-4F10-B719-CF341A80C163}" srcOrd="0" destOrd="0" presId="urn:microsoft.com/office/officeart/2005/8/layout/hierarchy1"/>
    <dgm:cxn modelId="{6EBEABB2-3C38-4BFD-88E7-48B42FDC564C}" type="presOf" srcId="{35BAAFE8-6F0F-456F-A083-39294CE142D8}" destId="{2556CA3D-C248-4AA4-88D0-72FAD721B9F3}" srcOrd="0" destOrd="0" presId="urn:microsoft.com/office/officeart/2005/8/layout/hierarchy1"/>
    <dgm:cxn modelId="{144E9FB3-78FB-4323-B31F-B68528CEA9DF}" type="presOf" srcId="{7B5CAB4F-19EC-40D5-9ABF-9A7B3494CCD7}" destId="{29F7FC87-1910-45C2-9316-23157872F053}" srcOrd="0" destOrd="0" presId="urn:microsoft.com/office/officeart/2005/8/layout/hierarchy1"/>
    <dgm:cxn modelId="{2865C0BE-6AE0-40B5-8C95-B45ACD2EE0CA}" srcId="{0D614B70-AAA0-4C1F-B409-05F9A1ED3B51}" destId="{9D6DAB6C-20A6-40DC-9DAF-F556F390BE47}" srcOrd="0" destOrd="0" parTransId="{7B5CAB4F-19EC-40D5-9ABF-9A7B3494CCD7}" sibTransId="{7E8080C9-42BE-48B6-8AB4-718780A0019C}"/>
    <dgm:cxn modelId="{4F4042BF-0E05-4605-95B8-F89A474AF7E7}" srcId="{153F0924-4F7D-4EE1-9881-D95E8D1EEE2D}" destId="{35BAAFE8-6F0F-456F-A083-39294CE142D8}" srcOrd="6" destOrd="0" parTransId="{3D623F64-BC98-41ED-A568-BBA7DEE63031}" sibTransId="{523F09E4-43DC-41C4-BA26-D620808BA3E7}"/>
    <dgm:cxn modelId="{32B568C1-112C-4AF0-BE50-F33EF33D6419}" srcId="{F9D84065-B062-47F2-A2BC-68E63E0EFDE0}" destId="{C660FB3B-7F63-483E-AD8E-A3908CE32F82}" srcOrd="1" destOrd="0" parTransId="{92872BA2-9067-49C4-BDF5-579BE3BA8C72}" sibTransId="{58209575-1F6E-46CF-BB28-BEEE6E7CA454}"/>
    <dgm:cxn modelId="{91B788C7-382A-4546-B895-9B9DC6DCD21F}" type="presOf" srcId="{BABC1343-EA16-4671-B3D0-7C562BFD4104}" destId="{2D477881-965B-4BD6-8F2F-BBB8E6CD9313}" srcOrd="0" destOrd="0" presId="urn:microsoft.com/office/officeart/2005/8/layout/hierarchy1"/>
    <dgm:cxn modelId="{C9C51ED0-AADC-4675-85A2-7FE60B137155}" type="presOf" srcId="{F9D84065-B062-47F2-A2BC-68E63E0EFDE0}" destId="{1315ACE9-1435-48EE-99A1-28509EC48F38}" srcOrd="0" destOrd="0" presId="urn:microsoft.com/office/officeart/2005/8/layout/hierarchy1"/>
    <dgm:cxn modelId="{612F58D0-BB86-4222-ACCB-B09429C1E69F}" srcId="{46EFD658-6079-47B0-8831-10307FD1CA50}" destId="{1CF07592-8359-4EF9-A97C-01DF3ED2772F}" srcOrd="0" destOrd="0" parTransId="{48671352-3E11-4B5A-8BE3-078DF71F6AB6}" sibTransId="{5F3E0E8C-A3F0-4D2F-AC45-EC9B21F1FD7F}"/>
    <dgm:cxn modelId="{73D61DD3-D446-4DBF-9802-0300BDCC93AF}" type="presOf" srcId="{52422715-22F8-45DC-9208-83BFD063BDB0}" destId="{5D23EBFF-2282-4C55-9968-33C69DE2FB64}" srcOrd="0" destOrd="0" presId="urn:microsoft.com/office/officeart/2005/8/layout/hierarchy1"/>
    <dgm:cxn modelId="{D6D877D4-1DDB-46BB-B93A-483AF59029A6}" srcId="{BBFEEA85-EFE7-4AFB-A9AD-8D8207497C85}" destId="{651EF062-586C-4F7F-A197-94E0AF8E04D5}" srcOrd="0" destOrd="0" parTransId="{150DEC0F-B087-46EC-9845-260851B6C4F5}" sibTransId="{334F7897-6511-41E2-A9CB-4C22C7F3816F}"/>
    <dgm:cxn modelId="{975A2CD7-1889-4304-A381-FDCE0239BBBC}" type="presOf" srcId="{408F77C3-6A1B-4ECD-8D35-013DC06D6A58}" destId="{A61542AF-F16C-4CF8-A723-16BFAC99610F}" srcOrd="0" destOrd="0" presId="urn:microsoft.com/office/officeart/2005/8/layout/hierarchy1"/>
    <dgm:cxn modelId="{097071DF-C7DC-4DF5-A0D4-849F231343FE}" type="presOf" srcId="{651EF062-586C-4F7F-A197-94E0AF8E04D5}" destId="{06686897-A3F1-4C8D-B2D3-1D0D188D3BA1}" srcOrd="0" destOrd="0" presId="urn:microsoft.com/office/officeart/2005/8/layout/hierarchy1"/>
    <dgm:cxn modelId="{4476D8E0-F0B3-482F-8FB1-F5CAC131C444}" type="presOf" srcId="{BF51A44D-C6B1-4D71-BF1E-2DBB7BF31162}" destId="{FE9994BB-D3EA-4900-8ADE-12ECA4FD7FF2}" srcOrd="0" destOrd="0" presId="urn:microsoft.com/office/officeart/2005/8/layout/hierarchy1"/>
    <dgm:cxn modelId="{B3BCE8E2-8B51-4E1B-AEB3-04249D968450}" srcId="{4D78E436-568E-4CFE-A0D1-D0D1848B97AD}" destId="{408F77C3-6A1B-4ECD-8D35-013DC06D6A58}" srcOrd="2" destOrd="0" parTransId="{3710D1D5-6C73-4258-886F-C1682614B26C}" sibTransId="{D779B7F5-42C8-4C73-B053-107331B9A06A}"/>
    <dgm:cxn modelId="{D8207BE6-5551-494E-9BAD-9AE16D229661}" type="presOf" srcId="{C0567A68-6C81-4315-A7E4-F742A26E7242}" destId="{A5932DA5-AAFB-40EB-B775-DF460F86E16B}" srcOrd="0" destOrd="0" presId="urn:microsoft.com/office/officeart/2005/8/layout/hierarchy1"/>
    <dgm:cxn modelId="{7B0458E9-C3FC-49C7-A51A-F40D2929434E}" type="presOf" srcId="{A44B40A0-2851-49FF-9FED-EED109A05C4A}" destId="{DE604140-E8A4-447A-84D4-71439F3F11A1}" srcOrd="0" destOrd="0" presId="urn:microsoft.com/office/officeart/2005/8/layout/hierarchy1"/>
    <dgm:cxn modelId="{49036AEE-8CD0-4CB3-986B-B96AF4F8FACE}" type="presOf" srcId="{77E415F8-94AD-47DE-86E8-91A45F3FE216}" destId="{1C4F3CD9-7BA1-4633-B05B-A39E4079275B}" srcOrd="0" destOrd="0" presId="urn:microsoft.com/office/officeart/2005/8/layout/hierarchy1"/>
    <dgm:cxn modelId="{92C90CF3-FB1E-4981-B2A7-7F5CE050F3DF}" srcId="{153F0924-4F7D-4EE1-9881-D95E8D1EEE2D}" destId="{98986703-F2D2-4C21-B2A3-0B4EAC33854D}" srcOrd="1" destOrd="0" parTransId="{990DCF82-90B6-4675-B3A1-181F46FBA371}" sibTransId="{5D6B4459-95F5-4469-A2F1-9EFEF9C83BEB}"/>
    <dgm:cxn modelId="{F428DAF9-D5DF-45E9-91C1-5C85BBEAAA88}" type="presOf" srcId="{98986703-F2D2-4C21-B2A3-0B4EAC33854D}" destId="{DC04D4EA-FCC2-4C6B-BFD4-D583AAE5AF68}" srcOrd="0" destOrd="0" presId="urn:microsoft.com/office/officeart/2005/8/layout/hierarchy1"/>
    <dgm:cxn modelId="{CB2260FE-27DD-4829-9C96-D4E7ADB33F21}" type="presOf" srcId="{3AEDC816-46DF-448E-878E-D6127A7F1D8C}" destId="{FCDFD57E-7444-40BF-A551-FB1F16C09629}" srcOrd="0" destOrd="0" presId="urn:microsoft.com/office/officeart/2005/8/layout/hierarchy1"/>
    <dgm:cxn modelId="{A52AFA0A-A119-426F-966A-DB21ED03D50A}" type="presParOf" srcId="{DE604140-E8A4-447A-84D4-71439F3F11A1}" destId="{B858214B-516F-4811-824F-F10DB8905527}" srcOrd="0" destOrd="0" presId="urn:microsoft.com/office/officeart/2005/8/layout/hierarchy1"/>
    <dgm:cxn modelId="{00246D04-7211-4827-B8B3-82ED46B8DDD0}" type="presParOf" srcId="{B858214B-516F-4811-824F-F10DB8905527}" destId="{E2CA5A73-35B0-4788-90FD-97EB4E8E935A}" srcOrd="0" destOrd="0" presId="urn:microsoft.com/office/officeart/2005/8/layout/hierarchy1"/>
    <dgm:cxn modelId="{1E7B90D9-E161-4B93-B040-09BBE849887C}" type="presParOf" srcId="{E2CA5A73-35B0-4788-90FD-97EB4E8E935A}" destId="{A6743092-7379-462B-9612-37A7582AB200}" srcOrd="0" destOrd="0" presId="urn:microsoft.com/office/officeart/2005/8/layout/hierarchy1"/>
    <dgm:cxn modelId="{E6D206F3-BB7C-40D7-8909-9D20083032BA}" type="presParOf" srcId="{E2CA5A73-35B0-4788-90FD-97EB4E8E935A}" destId="{1315ACE9-1435-48EE-99A1-28509EC48F38}" srcOrd="1" destOrd="0" presId="urn:microsoft.com/office/officeart/2005/8/layout/hierarchy1"/>
    <dgm:cxn modelId="{EF47067D-7DE3-4F09-974C-F3FE1D08E854}" type="presParOf" srcId="{B858214B-516F-4811-824F-F10DB8905527}" destId="{2A5BCA42-F8B3-4A89-8D13-7F3284827397}" srcOrd="1" destOrd="0" presId="urn:microsoft.com/office/officeart/2005/8/layout/hierarchy1"/>
    <dgm:cxn modelId="{0B66534A-1C32-4070-98B6-3F2F50C7EC44}" type="presParOf" srcId="{2A5BCA42-F8B3-4A89-8D13-7F3284827397}" destId="{2383E025-29FE-4782-ADAA-816169278A9C}" srcOrd="0" destOrd="0" presId="urn:microsoft.com/office/officeart/2005/8/layout/hierarchy1"/>
    <dgm:cxn modelId="{59129B24-4020-463D-A6C4-82E6FF2F9838}" type="presParOf" srcId="{2A5BCA42-F8B3-4A89-8D13-7F3284827397}" destId="{7F0CD25C-265C-41D7-8494-61573F6135D4}" srcOrd="1" destOrd="0" presId="urn:microsoft.com/office/officeart/2005/8/layout/hierarchy1"/>
    <dgm:cxn modelId="{C2337B10-D206-42FC-968C-42C7157EB888}" type="presParOf" srcId="{7F0CD25C-265C-41D7-8494-61573F6135D4}" destId="{6E6747E6-9521-45B9-A726-8042BE32467A}" srcOrd="0" destOrd="0" presId="urn:microsoft.com/office/officeart/2005/8/layout/hierarchy1"/>
    <dgm:cxn modelId="{C97CFD43-B286-4D3F-A263-030092C91BF1}" type="presParOf" srcId="{6E6747E6-9521-45B9-A726-8042BE32467A}" destId="{D6FA5EE3-E9A9-412C-A3F1-8FA01B81B824}" srcOrd="0" destOrd="0" presId="urn:microsoft.com/office/officeart/2005/8/layout/hierarchy1"/>
    <dgm:cxn modelId="{73542F5C-FEE9-4610-AB19-576A8114CBC5}" type="presParOf" srcId="{6E6747E6-9521-45B9-A726-8042BE32467A}" destId="{7A9B53F2-EF9B-472C-AD5B-898886994B2E}" srcOrd="1" destOrd="0" presId="urn:microsoft.com/office/officeart/2005/8/layout/hierarchy1"/>
    <dgm:cxn modelId="{45BAA17D-0A00-45AF-8957-34A05882AE89}" type="presParOf" srcId="{7F0CD25C-265C-41D7-8494-61573F6135D4}" destId="{81EBAE4D-2800-4D70-9ABF-F444D1A87EEE}" srcOrd="1" destOrd="0" presId="urn:microsoft.com/office/officeart/2005/8/layout/hierarchy1"/>
    <dgm:cxn modelId="{72DB7A27-0B1C-4B27-AA58-04CEA6084254}" type="presParOf" srcId="{81EBAE4D-2800-4D70-9ABF-F444D1A87EEE}" destId="{A5932DA5-AAFB-40EB-B775-DF460F86E16B}" srcOrd="0" destOrd="0" presId="urn:microsoft.com/office/officeart/2005/8/layout/hierarchy1"/>
    <dgm:cxn modelId="{26A91487-E505-4E28-A279-E3E041EC3B87}" type="presParOf" srcId="{81EBAE4D-2800-4D70-9ABF-F444D1A87EEE}" destId="{56495D82-851E-43EC-BE84-DD595A06077A}" srcOrd="1" destOrd="0" presId="urn:microsoft.com/office/officeart/2005/8/layout/hierarchy1"/>
    <dgm:cxn modelId="{C6BDE28B-0F53-43A3-A8C3-8194590E4127}" type="presParOf" srcId="{56495D82-851E-43EC-BE84-DD595A06077A}" destId="{50631067-79C2-4150-BC55-86C485344573}" srcOrd="0" destOrd="0" presId="urn:microsoft.com/office/officeart/2005/8/layout/hierarchy1"/>
    <dgm:cxn modelId="{3FCE2F11-6DA8-4853-A3AE-DAB301224072}" type="presParOf" srcId="{50631067-79C2-4150-BC55-86C485344573}" destId="{734FBBD1-73FF-4C34-AFBB-AAD3E755D4AF}" srcOrd="0" destOrd="0" presId="urn:microsoft.com/office/officeart/2005/8/layout/hierarchy1"/>
    <dgm:cxn modelId="{9B593488-77F9-414B-8C8C-935BA03D9C7E}" type="presParOf" srcId="{50631067-79C2-4150-BC55-86C485344573}" destId="{6DAA7FDA-21CF-47A0-A5AE-F0C797A0F6CB}" srcOrd="1" destOrd="0" presId="urn:microsoft.com/office/officeart/2005/8/layout/hierarchy1"/>
    <dgm:cxn modelId="{5C794BB4-1D54-4B0D-995A-8231C7A9543E}" type="presParOf" srcId="{56495D82-851E-43EC-BE84-DD595A06077A}" destId="{8CA04012-89D2-4BCF-82D7-539889A3FE50}" srcOrd="1" destOrd="0" presId="urn:microsoft.com/office/officeart/2005/8/layout/hierarchy1"/>
    <dgm:cxn modelId="{8B28FE0B-6D03-40D5-8271-91233FB6BF0A}" type="presParOf" srcId="{8CA04012-89D2-4BCF-82D7-539889A3FE50}" destId="{29FB1479-093C-460B-A4E6-0C4E58A3C7C6}" srcOrd="0" destOrd="0" presId="urn:microsoft.com/office/officeart/2005/8/layout/hierarchy1"/>
    <dgm:cxn modelId="{9C11F1CA-9F4D-482D-B2D4-969A6F0781DA}" type="presParOf" srcId="{8CA04012-89D2-4BCF-82D7-539889A3FE50}" destId="{39E0E42E-9C95-425D-A812-BC861BB60A6D}" srcOrd="1" destOrd="0" presId="urn:microsoft.com/office/officeart/2005/8/layout/hierarchy1"/>
    <dgm:cxn modelId="{1B8322C0-85D0-4037-A3A6-C98424673B5E}" type="presParOf" srcId="{39E0E42E-9C95-425D-A812-BC861BB60A6D}" destId="{D76A4368-7D38-4F78-A05E-BC035B470D17}" srcOrd="0" destOrd="0" presId="urn:microsoft.com/office/officeart/2005/8/layout/hierarchy1"/>
    <dgm:cxn modelId="{4FA6BA2B-B72D-4F71-8121-123C71781AB2}" type="presParOf" srcId="{D76A4368-7D38-4F78-A05E-BC035B470D17}" destId="{0C5C6EB3-7597-41ED-949A-D4F9F015EA0B}" srcOrd="0" destOrd="0" presId="urn:microsoft.com/office/officeart/2005/8/layout/hierarchy1"/>
    <dgm:cxn modelId="{5B385A4D-A823-4D48-B9E5-1563664FD510}" type="presParOf" srcId="{D76A4368-7D38-4F78-A05E-BC035B470D17}" destId="{E5C3BDE0-7560-4454-A5EA-5623303BF1AE}" srcOrd="1" destOrd="0" presId="urn:microsoft.com/office/officeart/2005/8/layout/hierarchy1"/>
    <dgm:cxn modelId="{0BD32C1B-CC64-48D8-8DEB-A6344EE3A4D6}" type="presParOf" srcId="{39E0E42E-9C95-425D-A812-BC861BB60A6D}" destId="{B958BE86-C6C0-462A-B614-38886010BEC5}" srcOrd="1" destOrd="0" presId="urn:microsoft.com/office/officeart/2005/8/layout/hierarchy1"/>
    <dgm:cxn modelId="{D890D510-4C64-409E-8FAC-E5EC32A5AB26}" type="presParOf" srcId="{8CA04012-89D2-4BCF-82D7-539889A3FE50}" destId="{BE5BE597-A94E-4383-90EA-BAF95F48A25C}" srcOrd="2" destOrd="0" presId="urn:microsoft.com/office/officeart/2005/8/layout/hierarchy1"/>
    <dgm:cxn modelId="{06AED9D9-1A43-4A24-9CF4-52818FEAE74D}" type="presParOf" srcId="{8CA04012-89D2-4BCF-82D7-539889A3FE50}" destId="{567059DD-BD6B-4B23-9643-B083CC749E8E}" srcOrd="3" destOrd="0" presId="urn:microsoft.com/office/officeart/2005/8/layout/hierarchy1"/>
    <dgm:cxn modelId="{0A14E7CB-911B-46A4-8007-DE0A97F15ADF}" type="presParOf" srcId="{567059DD-BD6B-4B23-9643-B083CC749E8E}" destId="{D8E2BCCB-29C0-4B84-8D1B-23C103FF63F9}" srcOrd="0" destOrd="0" presId="urn:microsoft.com/office/officeart/2005/8/layout/hierarchy1"/>
    <dgm:cxn modelId="{7C21E713-D396-48C4-A2E5-B84F8BDD378C}" type="presParOf" srcId="{D8E2BCCB-29C0-4B84-8D1B-23C103FF63F9}" destId="{BFD3E89E-9FCB-4ABE-B1C6-B5C673206997}" srcOrd="0" destOrd="0" presId="urn:microsoft.com/office/officeart/2005/8/layout/hierarchy1"/>
    <dgm:cxn modelId="{8B2F9A39-DCB2-4DDC-BD53-CFE209B3A190}" type="presParOf" srcId="{D8E2BCCB-29C0-4B84-8D1B-23C103FF63F9}" destId="{DC04D4EA-FCC2-4C6B-BFD4-D583AAE5AF68}" srcOrd="1" destOrd="0" presId="urn:microsoft.com/office/officeart/2005/8/layout/hierarchy1"/>
    <dgm:cxn modelId="{47443A7D-7352-40D1-9737-48D75A9EB029}" type="presParOf" srcId="{567059DD-BD6B-4B23-9643-B083CC749E8E}" destId="{8C409AB8-D5E2-49C4-AC16-4C7782F82DBB}" srcOrd="1" destOrd="0" presId="urn:microsoft.com/office/officeart/2005/8/layout/hierarchy1"/>
    <dgm:cxn modelId="{50F0CF05-03F5-495E-8435-87B9CE621844}" type="presParOf" srcId="{8CA04012-89D2-4BCF-82D7-539889A3FE50}" destId="{700AEF84-F1FF-44B4-B3CE-91A0606A7F0F}" srcOrd="4" destOrd="0" presId="urn:microsoft.com/office/officeart/2005/8/layout/hierarchy1"/>
    <dgm:cxn modelId="{D871B3AD-9756-41F1-B32C-BA971D6FDA11}" type="presParOf" srcId="{8CA04012-89D2-4BCF-82D7-539889A3FE50}" destId="{1F99E658-AAF9-431C-A755-BE014EC976E4}" srcOrd="5" destOrd="0" presId="urn:microsoft.com/office/officeart/2005/8/layout/hierarchy1"/>
    <dgm:cxn modelId="{F0AAAABA-08E4-4284-8325-1211444C684F}" type="presParOf" srcId="{1F99E658-AAF9-431C-A755-BE014EC976E4}" destId="{731AE750-5DEB-4157-8A8B-5763090D207C}" srcOrd="0" destOrd="0" presId="urn:microsoft.com/office/officeart/2005/8/layout/hierarchy1"/>
    <dgm:cxn modelId="{22E41123-4336-4106-B74A-C6F04613A5EE}" type="presParOf" srcId="{731AE750-5DEB-4157-8A8B-5763090D207C}" destId="{AD75E0E4-CDCA-4C23-A1C4-AA0C7D084961}" srcOrd="0" destOrd="0" presId="urn:microsoft.com/office/officeart/2005/8/layout/hierarchy1"/>
    <dgm:cxn modelId="{F3E94F1F-7D20-46EA-B986-756E4AD91B4C}" type="presParOf" srcId="{731AE750-5DEB-4157-8A8B-5763090D207C}" destId="{5D23EBFF-2282-4C55-9968-33C69DE2FB64}" srcOrd="1" destOrd="0" presId="urn:microsoft.com/office/officeart/2005/8/layout/hierarchy1"/>
    <dgm:cxn modelId="{3D809C26-9FA3-4378-AC1F-9DA297F3DB1B}" type="presParOf" srcId="{1F99E658-AAF9-431C-A755-BE014EC976E4}" destId="{B0424C85-BFEA-4D67-BC97-DE7BB15D7D48}" srcOrd="1" destOrd="0" presId="urn:microsoft.com/office/officeart/2005/8/layout/hierarchy1"/>
    <dgm:cxn modelId="{D25F454E-E55F-4B64-B6CE-CC9349714E97}" type="presParOf" srcId="{8CA04012-89D2-4BCF-82D7-539889A3FE50}" destId="{28EEAF21-E52F-475F-A9A1-D47C1EEA698C}" srcOrd="6" destOrd="0" presId="urn:microsoft.com/office/officeart/2005/8/layout/hierarchy1"/>
    <dgm:cxn modelId="{F209B25B-79AD-422D-BD35-5C4D028DBC56}" type="presParOf" srcId="{8CA04012-89D2-4BCF-82D7-539889A3FE50}" destId="{97082CFA-CB77-4F6F-BA26-5E0420069969}" srcOrd="7" destOrd="0" presId="urn:microsoft.com/office/officeart/2005/8/layout/hierarchy1"/>
    <dgm:cxn modelId="{888FE722-99F4-4607-BDF2-C534EA60EC35}" type="presParOf" srcId="{97082CFA-CB77-4F6F-BA26-5E0420069969}" destId="{4C33B373-FE8B-4E97-8735-9348027AD452}" srcOrd="0" destOrd="0" presId="urn:microsoft.com/office/officeart/2005/8/layout/hierarchy1"/>
    <dgm:cxn modelId="{4BA3AD7B-AD74-4DB2-A496-F7873ECF4830}" type="presParOf" srcId="{4C33B373-FE8B-4E97-8735-9348027AD452}" destId="{64342F66-0BB7-4DAC-9271-47DB9C6EF6A1}" srcOrd="0" destOrd="0" presId="urn:microsoft.com/office/officeart/2005/8/layout/hierarchy1"/>
    <dgm:cxn modelId="{3037272B-B2FF-4D34-ADF5-E092ED2AC77E}" type="presParOf" srcId="{4C33B373-FE8B-4E97-8735-9348027AD452}" destId="{6D0DA8EC-0445-4A82-9400-5FD6A207317A}" srcOrd="1" destOrd="0" presId="urn:microsoft.com/office/officeart/2005/8/layout/hierarchy1"/>
    <dgm:cxn modelId="{0667F07A-763F-41AB-9137-9912B09354EE}" type="presParOf" srcId="{97082CFA-CB77-4F6F-BA26-5E0420069969}" destId="{6CAE00E1-6CAB-4C74-A542-7F3A409ACA83}" srcOrd="1" destOrd="0" presId="urn:microsoft.com/office/officeart/2005/8/layout/hierarchy1"/>
    <dgm:cxn modelId="{5BE85DE5-A94D-407C-8104-ACA0FCEEBF7D}" type="presParOf" srcId="{8CA04012-89D2-4BCF-82D7-539889A3FE50}" destId="{63F2F637-0061-4C0F-AB7F-D87B914A533C}" srcOrd="8" destOrd="0" presId="urn:microsoft.com/office/officeart/2005/8/layout/hierarchy1"/>
    <dgm:cxn modelId="{369AEB65-9FB1-4156-898E-B89B98FFCA84}" type="presParOf" srcId="{8CA04012-89D2-4BCF-82D7-539889A3FE50}" destId="{200970F6-2AE9-4851-B18C-15316D2DC5E9}" srcOrd="9" destOrd="0" presId="urn:microsoft.com/office/officeart/2005/8/layout/hierarchy1"/>
    <dgm:cxn modelId="{40F58A85-88C5-4207-80D5-98FEE244AF26}" type="presParOf" srcId="{200970F6-2AE9-4851-B18C-15316D2DC5E9}" destId="{4D2A302F-B982-4CFA-9A04-B3EEBEE27859}" srcOrd="0" destOrd="0" presId="urn:microsoft.com/office/officeart/2005/8/layout/hierarchy1"/>
    <dgm:cxn modelId="{EBBBA8F3-178B-488E-A58F-6B9BACBB31B3}" type="presParOf" srcId="{4D2A302F-B982-4CFA-9A04-B3EEBEE27859}" destId="{5DAE0FB1-0CC8-4CF9-8B0C-FE58FE3BD1E0}" srcOrd="0" destOrd="0" presId="urn:microsoft.com/office/officeart/2005/8/layout/hierarchy1"/>
    <dgm:cxn modelId="{F9340497-7E53-4D17-8EF3-77B26E08552C}" type="presParOf" srcId="{4D2A302F-B982-4CFA-9A04-B3EEBEE27859}" destId="{2D477881-965B-4BD6-8F2F-BBB8E6CD9313}" srcOrd="1" destOrd="0" presId="urn:microsoft.com/office/officeart/2005/8/layout/hierarchy1"/>
    <dgm:cxn modelId="{09888000-BE18-4825-9D0C-EE798CE49E66}" type="presParOf" srcId="{200970F6-2AE9-4851-B18C-15316D2DC5E9}" destId="{18608CE8-D322-4167-97E2-4FA9770E038A}" srcOrd="1" destOrd="0" presId="urn:microsoft.com/office/officeart/2005/8/layout/hierarchy1"/>
    <dgm:cxn modelId="{18FA02B4-28A6-4001-9C64-60BEBAAD78A1}" type="presParOf" srcId="{8CA04012-89D2-4BCF-82D7-539889A3FE50}" destId="{A698FDA6-9496-4F10-B719-CF341A80C163}" srcOrd="10" destOrd="0" presId="urn:microsoft.com/office/officeart/2005/8/layout/hierarchy1"/>
    <dgm:cxn modelId="{0CC1225F-45B7-476E-B702-52B9D724099B}" type="presParOf" srcId="{8CA04012-89D2-4BCF-82D7-539889A3FE50}" destId="{16EB9145-89B8-4BBF-B2DD-16AE79B7FA66}" srcOrd="11" destOrd="0" presId="urn:microsoft.com/office/officeart/2005/8/layout/hierarchy1"/>
    <dgm:cxn modelId="{36EABF0F-C0A1-47E8-B9AB-6938EA56FECE}" type="presParOf" srcId="{16EB9145-89B8-4BBF-B2DD-16AE79B7FA66}" destId="{9AB4EA47-FBC8-4D61-94CC-7E19E088BCE5}" srcOrd="0" destOrd="0" presId="urn:microsoft.com/office/officeart/2005/8/layout/hierarchy1"/>
    <dgm:cxn modelId="{7EAC4F35-07FA-4EFC-9476-1E1F6B862105}" type="presParOf" srcId="{9AB4EA47-FBC8-4D61-94CC-7E19E088BCE5}" destId="{FD43E2ED-8025-4C2E-A7A0-E52BF0698EA9}" srcOrd="0" destOrd="0" presId="urn:microsoft.com/office/officeart/2005/8/layout/hierarchy1"/>
    <dgm:cxn modelId="{53EDDE86-B462-4EC6-AF8E-9000E75CBA5A}" type="presParOf" srcId="{9AB4EA47-FBC8-4D61-94CC-7E19E088BCE5}" destId="{FE9994BB-D3EA-4900-8ADE-12ECA4FD7FF2}" srcOrd="1" destOrd="0" presId="urn:microsoft.com/office/officeart/2005/8/layout/hierarchy1"/>
    <dgm:cxn modelId="{202D1977-589D-4FAA-B37F-784563257ED0}" type="presParOf" srcId="{16EB9145-89B8-4BBF-B2DD-16AE79B7FA66}" destId="{3E2FD1FD-828C-409A-B216-1F702D645BBE}" srcOrd="1" destOrd="0" presId="urn:microsoft.com/office/officeart/2005/8/layout/hierarchy1"/>
    <dgm:cxn modelId="{11AF5DCF-829F-4462-9D66-0F6F233A99F1}" type="presParOf" srcId="{8CA04012-89D2-4BCF-82D7-539889A3FE50}" destId="{C7BA1B23-9507-4AAA-9419-A6B77BEB2492}" srcOrd="12" destOrd="0" presId="urn:microsoft.com/office/officeart/2005/8/layout/hierarchy1"/>
    <dgm:cxn modelId="{956069C0-2C24-436B-848C-52CAA0422626}" type="presParOf" srcId="{8CA04012-89D2-4BCF-82D7-539889A3FE50}" destId="{98A6A3E8-027F-4277-A787-D3EB6C25BEB7}" srcOrd="13" destOrd="0" presId="urn:microsoft.com/office/officeart/2005/8/layout/hierarchy1"/>
    <dgm:cxn modelId="{5E69FF90-05EE-44BA-8DC8-17B7D684B795}" type="presParOf" srcId="{98A6A3E8-027F-4277-A787-D3EB6C25BEB7}" destId="{0A320600-4E86-4206-8EAE-AB6A0C2EDED3}" srcOrd="0" destOrd="0" presId="urn:microsoft.com/office/officeart/2005/8/layout/hierarchy1"/>
    <dgm:cxn modelId="{5C0CC727-B220-40BC-9346-057397B3023C}" type="presParOf" srcId="{0A320600-4E86-4206-8EAE-AB6A0C2EDED3}" destId="{854BA2C7-4D00-4A78-B819-E599FF99FEA8}" srcOrd="0" destOrd="0" presId="urn:microsoft.com/office/officeart/2005/8/layout/hierarchy1"/>
    <dgm:cxn modelId="{E9F0F16E-41C9-42E2-A2E1-63D770854F3C}" type="presParOf" srcId="{0A320600-4E86-4206-8EAE-AB6A0C2EDED3}" destId="{2556CA3D-C248-4AA4-88D0-72FAD721B9F3}" srcOrd="1" destOrd="0" presId="urn:microsoft.com/office/officeart/2005/8/layout/hierarchy1"/>
    <dgm:cxn modelId="{956C5F99-64D4-476C-AE60-54A52F09E351}" type="presParOf" srcId="{98A6A3E8-027F-4277-A787-D3EB6C25BEB7}" destId="{9155DE8A-DCD4-4D39-A354-FEDCD0B1F42D}" srcOrd="1" destOrd="0" presId="urn:microsoft.com/office/officeart/2005/8/layout/hierarchy1"/>
    <dgm:cxn modelId="{AE323ED1-6BF9-4890-B9AF-FFDCAA385A9D}" type="presParOf" srcId="{81EBAE4D-2800-4D70-9ABF-F444D1A87EEE}" destId="{DE769F02-5201-4799-94FF-306430080CCB}" srcOrd="2" destOrd="0" presId="urn:microsoft.com/office/officeart/2005/8/layout/hierarchy1"/>
    <dgm:cxn modelId="{F7C95475-61CA-439C-A28F-4DE897995CA4}" type="presParOf" srcId="{81EBAE4D-2800-4D70-9ABF-F444D1A87EEE}" destId="{3333335C-AD35-476B-8A04-7A784BCA38CD}" srcOrd="3" destOrd="0" presId="urn:microsoft.com/office/officeart/2005/8/layout/hierarchy1"/>
    <dgm:cxn modelId="{BFFB989A-D6DF-402E-BF36-EF234AD3B819}" type="presParOf" srcId="{3333335C-AD35-476B-8A04-7A784BCA38CD}" destId="{1C8F5835-D66C-4A11-BD07-162327CFC653}" srcOrd="0" destOrd="0" presId="urn:microsoft.com/office/officeart/2005/8/layout/hierarchy1"/>
    <dgm:cxn modelId="{B732B7DD-A415-4A2C-B493-D1D99F1D6391}" type="presParOf" srcId="{1C8F5835-D66C-4A11-BD07-162327CFC653}" destId="{73485E32-0AD6-43B8-9D27-9B2CC528FBF9}" srcOrd="0" destOrd="0" presId="urn:microsoft.com/office/officeart/2005/8/layout/hierarchy1"/>
    <dgm:cxn modelId="{706BD4F4-D1A6-4B30-AD64-3E3FCA233DCE}" type="presParOf" srcId="{1C8F5835-D66C-4A11-BD07-162327CFC653}" destId="{0EC0C926-7BD3-409E-9B1B-BB38C266A17D}" srcOrd="1" destOrd="0" presId="urn:microsoft.com/office/officeart/2005/8/layout/hierarchy1"/>
    <dgm:cxn modelId="{5C492EB6-90CE-4976-B728-2AE817125871}" type="presParOf" srcId="{3333335C-AD35-476B-8A04-7A784BCA38CD}" destId="{01287346-1676-459C-AEEE-F21F1B322447}" srcOrd="1" destOrd="0" presId="urn:microsoft.com/office/officeart/2005/8/layout/hierarchy1"/>
    <dgm:cxn modelId="{0A03FCA4-15C0-4B23-9316-6A2B3E8DBB89}" type="presParOf" srcId="{01287346-1676-459C-AEEE-F21F1B322447}" destId="{29F7FC87-1910-45C2-9316-23157872F053}" srcOrd="0" destOrd="0" presId="urn:microsoft.com/office/officeart/2005/8/layout/hierarchy1"/>
    <dgm:cxn modelId="{0FF0C5B5-9592-4129-BDB7-381E5E728DBD}" type="presParOf" srcId="{01287346-1676-459C-AEEE-F21F1B322447}" destId="{5D56528F-3E63-42E2-ADFF-3F86CF0E673D}" srcOrd="1" destOrd="0" presId="urn:microsoft.com/office/officeart/2005/8/layout/hierarchy1"/>
    <dgm:cxn modelId="{404CEF7E-79CF-477A-B009-CB5DD563058F}" type="presParOf" srcId="{5D56528F-3E63-42E2-ADFF-3F86CF0E673D}" destId="{D70B0ED2-379A-493E-85B2-214F89B913EB}" srcOrd="0" destOrd="0" presId="urn:microsoft.com/office/officeart/2005/8/layout/hierarchy1"/>
    <dgm:cxn modelId="{8D5CDB8A-947C-4A54-AB1C-7216215D69FC}" type="presParOf" srcId="{D70B0ED2-379A-493E-85B2-214F89B913EB}" destId="{F378606C-887D-4D15-8AE5-53E31C3BF60E}" srcOrd="0" destOrd="0" presId="urn:microsoft.com/office/officeart/2005/8/layout/hierarchy1"/>
    <dgm:cxn modelId="{CBC16710-C250-4AD5-B77C-9A3F2EC757E8}" type="presParOf" srcId="{D70B0ED2-379A-493E-85B2-214F89B913EB}" destId="{B3C932E0-7176-4FC1-9C4F-91887D136C8C}" srcOrd="1" destOrd="0" presId="urn:microsoft.com/office/officeart/2005/8/layout/hierarchy1"/>
    <dgm:cxn modelId="{3B91D578-28CB-49CD-9D32-9EE476054AD2}" type="presParOf" srcId="{5D56528F-3E63-42E2-ADFF-3F86CF0E673D}" destId="{5D5A5006-7183-4CD7-AB62-896F51A2C2C8}" srcOrd="1" destOrd="0" presId="urn:microsoft.com/office/officeart/2005/8/layout/hierarchy1"/>
    <dgm:cxn modelId="{41DB3726-B752-4E48-967B-01080295F84A}" type="presParOf" srcId="{01287346-1676-459C-AEEE-F21F1B322447}" destId="{7735955A-7678-4BE7-81AF-0BD88CAA260F}" srcOrd="2" destOrd="0" presId="urn:microsoft.com/office/officeart/2005/8/layout/hierarchy1"/>
    <dgm:cxn modelId="{AE1E7DB6-54AC-4543-9310-B5171DF5D781}" type="presParOf" srcId="{01287346-1676-459C-AEEE-F21F1B322447}" destId="{73B17DF2-CF2B-4537-9D66-9884DE904BCE}" srcOrd="3" destOrd="0" presId="urn:microsoft.com/office/officeart/2005/8/layout/hierarchy1"/>
    <dgm:cxn modelId="{B37DC9F4-1111-4397-ABFF-702B295D08F1}" type="presParOf" srcId="{73B17DF2-CF2B-4537-9D66-9884DE904BCE}" destId="{F90B699C-9385-4AF0-8A96-52EBEAB64EE5}" srcOrd="0" destOrd="0" presId="urn:microsoft.com/office/officeart/2005/8/layout/hierarchy1"/>
    <dgm:cxn modelId="{6587EE9F-22BB-427F-8B1B-AC71F38FE9B8}" type="presParOf" srcId="{F90B699C-9385-4AF0-8A96-52EBEAB64EE5}" destId="{F1AF4450-338E-4C93-9FDE-D1509D4AC47B}" srcOrd="0" destOrd="0" presId="urn:microsoft.com/office/officeart/2005/8/layout/hierarchy1"/>
    <dgm:cxn modelId="{A5DDA764-F62A-490D-8CCA-85C17D175441}" type="presParOf" srcId="{F90B699C-9385-4AF0-8A96-52EBEAB64EE5}" destId="{95186209-C2DF-46E9-9315-8E60C2171D2D}" srcOrd="1" destOrd="0" presId="urn:microsoft.com/office/officeart/2005/8/layout/hierarchy1"/>
    <dgm:cxn modelId="{DF4641B0-8A5D-43AD-BFC0-4FD234620035}" type="presParOf" srcId="{73B17DF2-CF2B-4537-9D66-9884DE904BCE}" destId="{FF817D11-9E2A-472E-A598-43747B4913E4}" srcOrd="1" destOrd="0" presId="urn:microsoft.com/office/officeart/2005/8/layout/hierarchy1"/>
    <dgm:cxn modelId="{CFB23C87-7C98-4C89-80EE-BD149D1EDF5B}" type="presParOf" srcId="{FF817D11-9E2A-472E-A598-43747B4913E4}" destId="{017E532E-1CF8-43B9-A6F6-DE5F454119B3}" srcOrd="0" destOrd="0" presId="urn:microsoft.com/office/officeart/2005/8/layout/hierarchy1"/>
    <dgm:cxn modelId="{A8D89499-8B13-43FB-8ED2-C164FE33C168}" type="presParOf" srcId="{FF817D11-9E2A-472E-A598-43747B4913E4}" destId="{E6D7A56F-1AA6-48DE-87EA-E799F76423C3}" srcOrd="1" destOrd="0" presId="urn:microsoft.com/office/officeart/2005/8/layout/hierarchy1"/>
    <dgm:cxn modelId="{DC84C4DB-338F-43DB-87D7-86CD0B32C771}" type="presParOf" srcId="{E6D7A56F-1AA6-48DE-87EA-E799F76423C3}" destId="{0582E2BF-52D7-4D17-ADFF-E025217E8CA3}" srcOrd="0" destOrd="0" presId="urn:microsoft.com/office/officeart/2005/8/layout/hierarchy1"/>
    <dgm:cxn modelId="{D9C03A3A-2234-4707-96CD-5056971AF6C1}" type="presParOf" srcId="{0582E2BF-52D7-4D17-ADFF-E025217E8CA3}" destId="{E2EB9574-5A03-4B9B-9AE5-86E6FBB0E21B}" srcOrd="0" destOrd="0" presId="urn:microsoft.com/office/officeart/2005/8/layout/hierarchy1"/>
    <dgm:cxn modelId="{65C02E3C-347D-4B40-BF52-F8EFE1D7421D}" type="presParOf" srcId="{0582E2BF-52D7-4D17-ADFF-E025217E8CA3}" destId="{06686897-A3F1-4C8D-B2D3-1D0D188D3BA1}" srcOrd="1" destOrd="0" presId="urn:microsoft.com/office/officeart/2005/8/layout/hierarchy1"/>
    <dgm:cxn modelId="{DFF43A64-AE2B-47A7-85C4-130E5745B984}" type="presParOf" srcId="{E6D7A56F-1AA6-48DE-87EA-E799F76423C3}" destId="{94A95E4F-7662-4310-9709-25BB636DC747}" srcOrd="1" destOrd="0" presId="urn:microsoft.com/office/officeart/2005/8/layout/hierarchy1"/>
    <dgm:cxn modelId="{A2D21704-C08C-4B58-86CC-B388059EB3B7}" type="presParOf" srcId="{94A95E4F-7662-4310-9709-25BB636DC747}" destId="{84F92A57-442C-432A-B9BF-00E70F3CC2C4}" srcOrd="0" destOrd="0" presId="urn:microsoft.com/office/officeart/2005/8/layout/hierarchy1"/>
    <dgm:cxn modelId="{1D012A30-BAED-444A-8054-DB529D590345}" type="presParOf" srcId="{94A95E4F-7662-4310-9709-25BB636DC747}" destId="{030C3D9A-70D8-4F88-8554-61466A815867}" srcOrd="1" destOrd="0" presId="urn:microsoft.com/office/officeart/2005/8/layout/hierarchy1"/>
    <dgm:cxn modelId="{A141DA81-608B-49BF-A50A-F50AE74A10FD}" type="presParOf" srcId="{030C3D9A-70D8-4F88-8554-61466A815867}" destId="{29E2D665-36FA-40D2-BB76-F12CDE757A60}" srcOrd="0" destOrd="0" presId="urn:microsoft.com/office/officeart/2005/8/layout/hierarchy1"/>
    <dgm:cxn modelId="{0E68F4A6-76BF-4607-8EBE-C8A5A252471E}" type="presParOf" srcId="{29E2D665-36FA-40D2-BB76-F12CDE757A60}" destId="{3FEE3065-2975-4312-8EF1-35A35C155421}" srcOrd="0" destOrd="0" presId="urn:microsoft.com/office/officeart/2005/8/layout/hierarchy1"/>
    <dgm:cxn modelId="{3BFEC576-1C2D-4374-8D46-BC469D22FDD4}" type="presParOf" srcId="{29E2D665-36FA-40D2-BB76-F12CDE757A60}" destId="{FCDFD57E-7444-40BF-A551-FB1F16C09629}" srcOrd="1" destOrd="0" presId="urn:microsoft.com/office/officeart/2005/8/layout/hierarchy1"/>
    <dgm:cxn modelId="{8CB0F607-464F-4C4A-B944-2E174373AF9B}" type="presParOf" srcId="{030C3D9A-70D8-4F88-8554-61466A815867}" destId="{73C8F5A2-A9A5-4827-8C55-970E80E4D9C5}" srcOrd="1" destOrd="0" presId="urn:microsoft.com/office/officeart/2005/8/layout/hierarchy1"/>
    <dgm:cxn modelId="{E8E2E70F-7FBB-4DB6-9A43-686398A59D8C}" type="presParOf" srcId="{73C8F5A2-A9A5-4827-8C55-970E80E4D9C5}" destId="{1C4F3CD9-7BA1-4633-B05B-A39E4079275B}" srcOrd="0" destOrd="0" presId="urn:microsoft.com/office/officeart/2005/8/layout/hierarchy1"/>
    <dgm:cxn modelId="{DD27A030-23CF-4F81-94F0-CE8DFC8540D9}" type="presParOf" srcId="{73C8F5A2-A9A5-4827-8C55-970E80E4D9C5}" destId="{FACAC870-9576-41FF-92CF-4D6070084A44}" srcOrd="1" destOrd="0" presId="urn:microsoft.com/office/officeart/2005/8/layout/hierarchy1"/>
    <dgm:cxn modelId="{B81654C3-DB1F-4DAD-B240-6CA1D2B5900F}" type="presParOf" srcId="{FACAC870-9576-41FF-92CF-4D6070084A44}" destId="{61CB9AB3-B260-40AA-B167-D8756C21ACDA}" srcOrd="0" destOrd="0" presId="urn:microsoft.com/office/officeart/2005/8/layout/hierarchy1"/>
    <dgm:cxn modelId="{8E8BD3FE-81BF-4935-80D2-B973F09EA043}" type="presParOf" srcId="{61CB9AB3-B260-40AA-B167-D8756C21ACDA}" destId="{BCBAA807-CDD5-4545-A7BD-B94CDBFFAD95}" srcOrd="0" destOrd="0" presId="urn:microsoft.com/office/officeart/2005/8/layout/hierarchy1"/>
    <dgm:cxn modelId="{BDE5B701-A15F-407D-A2A1-2FF2F78A0FA1}" type="presParOf" srcId="{61CB9AB3-B260-40AA-B167-D8756C21ACDA}" destId="{35C6FD83-1E02-4631-94F7-FBF8B50BD52D}" srcOrd="1" destOrd="0" presId="urn:microsoft.com/office/officeart/2005/8/layout/hierarchy1"/>
    <dgm:cxn modelId="{8EFFACEF-2D36-4C2E-BEC7-BFA8DB30DB48}" type="presParOf" srcId="{FACAC870-9576-41FF-92CF-4D6070084A44}" destId="{6FBF9B6C-4A3A-4C27-BA11-73DA2F5CAA36}" srcOrd="1" destOrd="0" presId="urn:microsoft.com/office/officeart/2005/8/layout/hierarchy1"/>
    <dgm:cxn modelId="{6B8BF90F-6D6E-408C-9571-1F49FDF7301A}" type="presParOf" srcId="{81EBAE4D-2800-4D70-9ABF-F444D1A87EEE}" destId="{4DCDAD20-EB07-4F7D-85B4-963E7E4F0665}" srcOrd="4" destOrd="0" presId="urn:microsoft.com/office/officeart/2005/8/layout/hierarchy1"/>
    <dgm:cxn modelId="{D0F9DD31-D509-43A6-A8FD-CBAC289A1BA0}" type="presParOf" srcId="{81EBAE4D-2800-4D70-9ABF-F444D1A87EEE}" destId="{2922B99E-5BC3-43DE-9A9A-DC61F75A6533}" srcOrd="5" destOrd="0" presId="urn:microsoft.com/office/officeart/2005/8/layout/hierarchy1"/>
    <dgm:cxn modelId="{03A9732E-8651-4982-8DAD-445C7B9AF3BC}" type="presParOf" srcId="{2922B99E-5BC3-43DE-9A9A-DC61F75A6533}" destId="{70CBBE05-6549-49ED-B401-881C8A1F6752}" srcOrd="0" destOrd="0" presId="urn:microsoft.com/office/officeart/2005/8/layout/hierarchy1"/>
    <dgm:cxn modelId="{BC88CCA4-32E2-43A5-8277-1B7F2CA3891E}" type="presParOf" srcId="{70CBBE05-6549-49ED-B401-881C8A1F6752}" destId="{B1053D9A-1C56-488E-86A8-BC8F48551D24}" srcOrd="0" destOrd="0" presId="urn:microsoft.com/office/officeart/2005/8/layout/hierarchy1"/>
    <dgm:cxn modelId="{E6E8AE87-4BFF-43AC-B990-52389E0DE1B3}" type="presParOf" srcId="{70CBBE05-6549-49ED-B401-881C8A1F6752}" destId="{A61542AF-F16C-4CF8-A723-16BFAC99610F}" srcOrd="1" destOrd="0" presId="urn:microsoft.com/office/officeart/2005/8/layout/hierarchy1"/>
    <dgm:cxn modelId="{BACF8EEF-57A8-4B23-BC04-1B5645C13641}" type="presParOf" srcId="{2922B99E-5BC3-43DE-9A9A-DC61F75A6533}" destId="{A36F5347-C630-4D8B-92A8-8478432CC05B}" srcOrd="1" destOrd="0" presId="urn:microsoft.com/office/officeart/2005/8/layout/hierarchy1"/>
    <dgm:cxn modelId="{857FE3C4-DF92-4966-81BD-39237C02E759}" type="presParOf" srcId="{A36F5347-C630-4D8B-92A8-8478432CC05B}" destId="{E1D8ADE1-74E7-4FA2-8813-4331120BF49E}" srcOrd="0" destOrd="0" presId="urn:microsoft.com/office/officeart/2005/8/layout/hierarchy1"/>
    <dgm:cxn modelId="{D3311CE9-83FF-4F22-B310-F380C103A684}" type="presParOf" srcId="{A36F5347-C630-4D8B-92A8-8478432CC05B}" destId="{D8A6D408-9C5A-410C-940B-7AF17FEB5AF0}" srcOrd="1" destOrd="0" presId="urn:microsoft.com/office/officeart/2005/8/layout/hierarchy1"/>
    <dgm:cxn modelId="{33C8043C-386B-4B92-8A50-DE433F5490B4}" type="presParOf" srcId="{D8A6D408-9C5A-410C-940B-7AF17FEB5AF0}" destId="{55FB142E-6E6F-4B14-9C8C-2AB62F32D025}" srcOrd="0" destOrd="0" presId="urn:microsoft.com/office/officeart/2005/8/layout/hierarchy1"/>
    <dgm:cxn modelId="{AB4D123F-1024-4729-9B9A-DEB5F79F01BA}" type="presParOf" srcId="{55FB142E-6E6F-4B14-9C8C-2AB62F32D025}" destId="{0F2E24E9-EB4D-4836-9274-9D87D726E145}" srcOrd="0" destOrd="0" presId="urn:microsoft.com/office/officeart/2005/8/layout/hierarchy1"/>
    <dgm:cxn modelId="{9035C40D-DDB5-44E1-927D-B5EF5A8C22A9}" type="presParOf" srcId="{55FB142E-6E6F-4B14-9C8C-2AB62F32D025}" destId="{BCDAD223-1E15-48DC-BC41-CD418CD1005B}" srcOrd="1" destOrd="0" presId="urn:microsoft.com/office/officeart/2005/8/layout/hierarchy1"/>
    <dgm:cxn modelId="{FE12C2FC-0180-461F-9356-8767B8627C5B}" type="presParOf" srcId="{D8A6D408-9C5A-410C-940B-7AF17FEB5AF0}" destId="{DC046101-7DD6-4CA5-8CCF-1B0EAAC3FA4F}" srcOrd="1" destOrd="0" presId="urn:microsoft.com/office/officeart/2005/8/layout/hierarchy1"/>
    <dgm:cxn modelId="{5F3010E1-0E3C-4FC8-BAD3-A718676A006C}" type="presParOf" srcId="{A36F5347-C630-4D8B-92A8-8478432CC05B}" destId="{0A2CF53B-F36B-4DDB-9511-B5DDB190CC7B}" srcOrd="2" destOrd="0" presId="urn:microsoft.com/office/officeart/2005/8/layout/hierarchy1"/>
    <dgm:cxn modelId="{E9121DBD-8066-4C33-8BF7-B149A4302B39}" type="presParOf" srcId="{A36F5347-C630-4D8B-92A8-8478432CC05B}" destId="{94D06C9F-82B3-424E-A209-1522D6EACB4A}" srcOrd="3" destOrd="0" presId="urn:microsoft.com/office/officeart/2005/8/layout/hierarchy1"/>
    <dgm:cxn modelId="{B738E70F-B782-4A9F-8EB7-0D62804DF0E3}" type="presParOf" srcId="{94D06C9F-82B3-424E-A209-1522D6EACB4A}" destId="{6E14CD00-2962-4F98-8EEF-B5138D40CE44}" srcOrd="0" destOrd="0" presId="urn:microsoft.com/office/officeart/2005/8/layout/hierarchy1"/>
    <dgm:cxn modelId="{07AD1DF8-957E-4346-A232-781B160BDFD0}" type="presParOf" srcId="{6E14CD00-2962-4F98-8EEF-B5138D40CE44}" destId="{98A312BD-029D-404A-855E-62C657611DBA}" srcOrd="0" destOrd="0" presId="urn:microsoft.com/office/officeart/2005/8/layout/hierarchy1"/>
    <dgm:cxn modelId="{7E42E127-74C8-4E4B-9206-044F273BC3E9}" type="presParOf" srcId="{6E14CD00-2962-4F98-8EEF-B5138D40CE44}" destId="{A9D97102-B079-4A3A-9A4D-2C547510408A}" srcOrd="1" destOrd="0" presId="urn:microsoft.com/office/officeart/2005/8/layout/hierarchy1"/>
    <dgm:cxn modelId="{0FD08AEA-10C6-4AA1-9A6C-8EC9873458D4}" type="presParOf" srcId="{94D06C9F-82B3-424E-A209-1522D6EACB4A}" destId="{085B8069-C22B-46EE-8A03-761ED3B19FE0}" srcOrd="1" destOrd="0" presId="urn:microsoft.com/office/officeart/2005/8/layout/hierarchy1"/>
    <dgm:cxn modelId="{D797D087-1EE3-41A7-9EDF-DB6F1A78EAE8}" type="presParOf" srcId="{085B8069-C22B-46EE-8A03-761ED3B19FE0}" destId="{AB7370CC-50FB-4697-AD27-AE8182412A5E}" srcOrd="0" destOrd="0" presId="urn:microsoft.com/office/officeart/2005/8/layout/hierarchy1"/>
    <dgm:cxn modelId="{A6DC44A4-5E54-4264-B39E-8CDBA29066DA}" type="presParOf" srcId="{085B8069-C22B-46EE-8A03-761ED3B19FE0}" destId="{EC4C1CE2-0420-44E2-A75B-765D60DAA40D}" srcOrd="1" destOrd="0" presId="urn:microsoft.com/office/officeart/2005/8/layout/hierarchy1"/>
    <dgm:cxn modelId="{BAE46ABA-8CDB-47FB-B5DE-71784D1E6D51}" type="presParOf" srcId="{EC4C1CE2-0420-44E2-A75B-765D60DAA40D}" destId="{B359DE7C-522E-4B2E-9DED-740E8A86E9DD}" srcOrd="0" destOrd="0" presId="urn:microsoft.com/office/officeart/2005/8/layout/hierarchy1"/>
    <dgm:cxn modelId="{70B67701-6C64-4EEB-9BAB-15207FC539E0}" type="presParOf" srcId="{B359DE7C-522E-4B2E-9DED-740E8A86E9DD}" destId="{520F7B5E-95C0-4F44-B376-AD8659483B94}" srcOrd="0" destOrd="0" presId="urn:microsoft.com/office/officeart/2005/8/layout/hierarchy1"/>
    <dgm:cxn modelId="{0F129406-A25B-4628-B7EF-F7A8DDA6B872}" type="presParOf" srcId="{B359DE7C-522E-4B2E-9DED-740E8A86E9DD}" destId="{FC7B0ACE-FCC8-4151-A45C-835769467EA6}" srcOrd="1" destOrd="0" presId="urn:microsoft.com/office/officeart/2005/8/layout/hierarchy1"/>
    <dgm:cxn modelId="{72770832-6540-4DBB-A88E-773D970620C1}" type="presParOf" srcId="{EC4C1CE2-0420-44E2-A75B-765D60DAA40D}" destId="{629EAF42-F42F-4838-BAF4-35BC72D5B25B}" srcOrd="1" destOrd="0" presId="urn:microsoft.com/office/officeart/2005/8/layout/hierarchy1"/>
    <dgm:cxn modelId="{6F13F185-3DDF-4D24-AF12-F0B217614CB0}" type="presParOf" srcId="{2A5BCA42-F8B3-4A89-8D13-7F3284827397}" destId="{6CAE3034-A7E6-4714-B502-5CAD3F083221}" srcOrd="2" destOrd="0" presId="urn:microsoft.com/office/officeart/2005/8/layout/hierarchy1"/>
    <dgm:cxn modelId="{E8CB1096-1F14-4BD5-877A-9D6C2D52D8B9}" type="presParOf" srcId="{2A5BCA42-F8B3-4A89-8D13-7F3284827397}" destId="{5963188B-D481-4D07-919C-1FCF9ED34A44}" srcOrd="3" destOrd="0" presId="urn:microsoft.com/office/officeart/2005/8/layout/hierarchy1"/>
    <dgm:cxn modelId="{26FAD505-5D51-42B8-8D30-1315F1BDD66E}" type="presParOf" srcId="{5963188B-D481-4D07-919C-1FCF9ED34A44}" destId="{063D26D2-F048-4C5F-AF7B-4981B6BECB6E}" srcOrd="0" destOrd="0" presId="urn:microsoft.com/office/officeart/2005/8/layout/hierarchy1"/>
    <dgm:cxn modelId="{46B51261-8FC6-44CC-A6B9-88529DFDE9D6}" type="presParOf" srcId="{063D26D2-F048-4C5F-AF7B-4981B6BECB6E}" destId="{340800A0-9F45-4912-8BC1-3ADECEC8BC68}" srcOrd="0" destOrd="0" presId="urn:microsoft.com/office/officeart/2005/8/layout/hierarchy1"/>
    <dgm:cxn modelId="{ABBC06BF-C7D1-43C5-A3EF-059BA36D5CC4}" type="presParOf" srcId="{063D26D2-F048-4C5F-AF7B-4981B6BECB6E}" destId="{DEBA35AB-9628-4B36-8350-4C9D6EAA89EC}" srcOrd="1" destOrd="0" presId="urn:microsoft.com/office/officeart/2005/8/layout/hierarchy1"/>
    <dgm:cxn modelId="{D31B836C-4D97-4CFC-827D-D87F44E0913A}" type="presParOf" srcId="{5963188B-D481-4D07-919C-1FCF9ED34A44}" destId="{51F7453E-534B-4A9F-A2AD-EA6CE2ABC1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49AB57-7918-4C81-B7E7-C4450E5D27AD}">
      <dsp:nvSpPr>
        <dsp:cNvPr id="0" name=""/>
        <dsp:cNvSpPr/>
      </dsp:nvSpPr>
      <dsp:spPr>
        <a:xfrm>
          <a:off x="3265536" y="1812"/>
          <a:ext cx="1828700" cy="182870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interactive virtual environment </a:t>
          </a:r>
          <a:endParaRPr lang="ar-AE" sz="1800" kern="1200" dirty="0"/>
        </a:p>
      </dsp:txBody>
      <dsp:txXfrm>
        <a:off x="3533343" y="269619"/>
        <a:ext cx="1293086" cy="1293086"/>
      </dsp:txXfrm>
    </dsp:sp>
    <dsp:sp modelId="{2D6C9BA2-DABE-4846-B4C0-C2C3D91BABF3}">
      <dsp:nvSpPr>
        <dsp:cNvPr id="0" name=""/>
        <dsp:cNvSpPr/>
      </dsp:nvSpPr>
      <dsp:spPr>
        <a:xfrm rot="2700000">
          <a:off x="4897968" y="1568862"/>
          <a:ext cx="486424" cy="6171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AE" sz="1500" kern="1200"/>
        </a:p>
      </dsp:txBody>
      <dsp:txXfrm>
        <a:off x="4919339" y="1640706"/>
        <a:ext cx="340497" cy="370312"/>
      </dsp:txXfrm>
    </dsp:sp>
    <dsp:sp modelId="{AAC5D61C-4E7C-4BA4-B305-FEF5CD594EF2}">
      <dsp:nvSpPr>
        <dsp:cNvPr id="0" name=""/>
        <dsp:cNvSpPr/>
      </dsp:nvSpPr>
      <dsp:spPr>
        <a:xfrm>
          <a:off x="5207593" y="1943868"/>
          <a:ext cx="1828700" cy="1828700"/>
        </a:xfrm>
        <a:prstGeom prst="ellipse">
          <a:avLst/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access study materials</a:t>
          </a:r>
          <a:endParaRPr lang="ar-AE" sz="1800" kern="1200" dirty="0"/>
        </a:p>
      </dsp:txBody>
      <dsp:txXfrm>
        <a:off x="5475400" y="2211675"/>
        <a:ext cx="1293086" cy="1293086"/>
      </dsp:txXfrm>
    </dsp:sp>
    <dsp:sp modelId="{3C7148D2-09BF-422B-8B41-5D4B8BB97FA2}">
      <dsp:nvSpPr>
        <dsp:cNvPr id="0" name=""/>
        <dsp:cNvSpPr/>
      </dsp:nvSpPr>
      <dsp:spPr>
        <a:xfrm rot="8100000">
          <a:off x="4917437" y="3510919"/>
          <a:ext cx="486424" cy="6171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AE" sz="1500" kern="1200"/>
        </a:p>
      </dsp:txBody>
      <dsp:txXfrm rot="10800000">
        <a:off x="5041993" y="3582763"/>
        <a:ext cx="340497" cy="370312"/>
      </dsp:txXfrm>
    </dsp:sp>
    <dsp:sp modelId="{B70C1146-B8CA-4EDA-A9CA-B237DD139A89}">
      <dsp:nvSpPr>
        <dsp:cNvPr id="0" name=""/>
        <dsp:cNvSpPr/>
      </dsp:nvSpPr>
      <dsp:spPr>
        <a:xfrm>
          <a:off x="3265536" y="3885925"/>
          <a:ext cx="1828700" cy="1828700"/>
        </a:xfrm>
        <a:prstGeom prst="ellipse">
          <a:avLst/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Simplify registration procedures </a:t>
          </a:r>
          <a:endParaRPr lang="ar-AE" sz="1800" kern="1200" dirty="0"/>
        </a:p>
      </dsp:txBody>
      <dsp:txXfrm>
        <a:off x="3533343" y="4153732"/>
        <a:ext cx="1293086" cy="1293086"/>
      </dsp:txXfrm>
    </dsp:sp>
    <dsp:sp modelId="{E01C0EDE-9AAE-42A4-868F-431A1BF229D9}">
      <dsp:nvSpPr>
        <dsp:cNvPr id="0" name=""/>
        <dsp:cNvSpPr/>
      </dsp:nvSpPr>
      <dsp:spPr>
        <a:xfrm rot="13500000">
          <a:off x="2975380" y="3530388"/>
          <a:ext cx="486424" cy="6171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AE" sz="1500" kern="1200"/>
        </a:p>
      </dsp:txBody>
      <dsp:txXfrm rot="10800000">
        <a:off x="3099936" y="3705418"/>
        <a:ext cx="340497" cy="370312"/>
      </dsp:txXfrm>
    </dsp:sp>
    <dsp:sp modelId="{A8638C0F-B9CF-49F0-96FA-A06B6B6F3F31}">
      <dsp:nvSpPr>
        <dsp:cNvPr id="0" name=""/>
        <dsp:cNvSpPr/>
      </dsp:nvSpPr>
      <dsp:spPr>
        <a:xfrm>
          <a:off x="1323480" y="1943868"/>
          <a:ext cx="1828700" cy="1828700"/>
        </a:xfrm>
        <a:prstGeom prst="ellipse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Applying software engineering principles </a:t>
          </a:r>
        </a:p>
      </dsp:txBody>
      <dsp:txXfrm>
        <a:off x="1591287" y="2211675"/>
        <a:ext cx="1293086" cy="1293086"/>
      </dsp:txXfrm>
    </dsp:sp>
    <dsp:sp modelId="{08D7FEA3-0327-4864-9B19-D8D43A514997}">
      <dsp:nvSpPr>
        <dsp:cNvPr id="0" name=""/>
        <dsp:cNvSpPr/>
      </dsp:nvSpPr>
      <dsp:spPr>
        <a:xfrm rot="18900000">
          <a:off x="2955911" y="1588331"/>
          <a:ext cx="486424" cy="6171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AE" sz="1500" kern="1200"/>
        </a:p>
      </dsp:txBody>
      <dsp:txXfrm>
        <a:off x="2977282" y="1763361"/>
        <a:ext cx="340497" cy="3703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F709E-5163-4597-ABF6-F34F5F70936C}">
      <dsp:nvSpPr>
        <dsp:cNvPr id="0" name=""/>
        <dsp:cNvSpPr/>
      </dsp:nvSpPr>
      <dsp:spPr>
        <a:xfrm>
          <a:off x="1326337" y="-6860"/>
          <a:ext cx="5707099" cy="5707099"/>
        </a:xfrm>
        <a:prstGeom prst="circularArrow">
          <a:avLst>
            <a:gd name="adj1" fmla="val 5274"/>
            <a:gd name="adj2" fmla="val 312630"/>
            <a:gd name="adj3" fmla="val 14226679"/>
            <a:gd name="adj4" fmla="val 17127869"/>
            <a:gd name="adj5" fmla="val 547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DA8AF0-B7DF-4C8F-A58C-B764354AC709}">
      <dsp:nvSpPr>
        <dsp:cNvPr id="0" name=""/>
        <dsp:cNvSpPr/>
      </dsp:nvSpPr>
      <dsp:spPr>
        <a:xfrm>
          <a:off x="3094096" y="70"/>
          <a:ext cx="2171581" cy="10857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prioritize functional and non-functional requirements</a:t>
          </a:r>
          <a:endParaRPr lang="ar-AE" sz="1600" kern="1200" dirty="0"/>
        </a:p>
      </dsp:txBody>
      <dsp:txXfrm>
        <a:off x="3147100" y="53074"/>
        <a:ext cx="2065573" cy="979782"/>
      </dsp:txXfrm>
    </dsp:sp>
    <dsp:sp modelId="{233CF240-A65F-4737-9CAC-0232E50A2167}">
      <dsp:nvSpPr>
        <dsp:cNvPr id="0" name=""/>
        <dsp:cNvSpPr/>
      </dsp:nvSpPr>
      <dsp:spPr>
        <a:xfrm>
          <a:off x="5099164" y="1157696"/>
          <a:ext cx="2171581" cy="1085790"/>
        </a:xfrm>
        <a:prstGeom prst="roundRect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351709"/>
                <a:satOff val="-3484"/>
                <a:lumOff val="-2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ensuring separation of concerns, scalability, and maintainability.</a:t>
          </a:r>
          <a:endParaRPr lang="ar-AE" sz="1600" kern="1200" dirty="0"/>
        </a:p>
      </dsp:txBody>
      <dsp:txXfrm>
        <a:off x="5152168" y="1210700"/>
        <a:ext cx="2065573" cy="979782"/>
      </dsp:txXfrm>
    </dsp:sp>
    <dsp:sp modelId="{639507CB-5BB1-479F-AF35-C69B71D6F8CD}">
      <dsp:nvSpPr>
        <dsp:cNvPr id="0" name=""/>
        <dsp:cNvSpPr/>
      </dsp:nvSpPr>
      <dsp:spPr>
        <a:xfrm>
          <a:off x="5099164" y="3472950"/>
          <a:ext cx="2171581" cy="1085790"/>
        </a:xfrm>
        <a:prstGeom prst="roundRect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703417"/>
                <a:satOff val="-6968"/>
                <a:lumOff val="-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Financial aspect and payment methods</a:t>
          </a:r>
        </a:p>
      </dsp:txBody>
      <dsp:txXfrm>
        <a:off x="5152168" y="3525954"/>
        <a:ext cx="2065573" cy="979782"/>
      </dsp:txXfrm>
    </dsp:sp>
    <dsp:sp modelId="{6EA342B5-1C3B-4A5E-8B47-7BB5084B832F}">
      <dsp:nvSpPr>
        <dsp:cNvPr id="0" name=""/>
        <dsp:cNvSpPr/>
      </dsp:nvSpPr>
      <dsp:spPr>
        <a:xfrm>
          <a:off x="3094096" y="4630576"/>
          <a:ext cx="2171581" cy="1085790"/>
        </a:xfrm>
        <a:prstGeom prst="roundRect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055126"/>
                <a:satOff val="-10451"/>
                <a:lumOff val="-705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Security and data protection</a:t>
          </a:r>
        </a:p>
      </dsp:txBody>
      <dsp:txXfrm>
        <a:off x="3147100" y="4683580"/>
        <a:ext cx="2065573" cy="979782"/>
      </dsp:txXfrm>
    </dsp:sp>
    <dsp:sp modelId="{F33B5D79-DFE0-434A-8772-172349F500B6}">
      <dsp:nvSpPr>
        <dsp:cNvPr id="0" name=""/>
        <dsp:cNvSpPr/>
      </dsp:nvSpPr>
      <dsp:spPr>
        <a:xfrm>
          <a:off x="1089027" y="3472950"/>
          <a:ext cx="2171581" cy="1085790"/>
        </a:xfrm>
        <a:prstGeom prst="roundRect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406834"/>
                <a:satOff val="-13935"/>
                <a:lumOff val="-941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/>
              <a:latin typeface="Times New Roman" panose="02020603050405020304" pitchFamily="18" charset="0"/>
              <a:ea typeface="Arial" panose="020B0604020202020204" pitchFamily="34" charset="0"/>
            </a:rPr>
            <a:t>Analytics and statistics</a:t>
          </a:r>
        </a:p>
      </dsp:txBody>
      <dsp:txXfrm>
        <a:off x="1142031" y="3525954"/>
        <a:ext cx="2065573" cy="979782"/>
      </dsp:txXfrm>
    </dsp:sp>
    <dsp:sp modelId="{8A495E2A-0525-4DCC-96CF-D7FA6CB09EDF}">
      <dsp:nvSpPr>
        <dsp:cNvPr id="0" name=""/>
        <dsp:cNvSpPr/>
      </dsp:nvSpPr>
      <dsp:spPr>
        <a:xfrm>
          <a:off x="1089027" y="1157696"/>
          <a:ext cx="2171581" cy="108579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implement a fully responsive, Arabic-only user interface</a:t>
          </a:r>
          <a:endParaRPr lang="en-US" sz="16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1142031" y="1210700"/>
        <a:ext cx="2065573" cy="9797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DBC73-F5F4-4276-A5C2-0F543557A553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2600000"/>
            <a:gd name="adj2" fmla="val 16200000"/>
            <a:gd name="adj3" fmla="val 450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7F6D1F3-7F9E-4E9A-B11C-0D084C447CEA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9000000"/>
            <a:gd name="adj2" fmla="val 12600000"/>
            <a:gd name="adj3" fmla="val 450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C1167CC-0CC7-4DFB-9441-5AFC9186A1C5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5400000"/>
            <a:gd name="adj2" fmla="val 9000000"/>
            <a:gd name="adj3" fmla="val 450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EC0535F-8616-40F2-B1EB-033A93565D85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800000"/>
            <a:gd name="adj2" fmla="val 5400000"/>
            <a:gd name="adj3" fmla="val 450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47920A-2102-47BD-82E8-D476D26F0AF5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9800000"/>
            <a:gd name="adj2" fmla="val 1800000"/>
            <a:gd name="adj3" fmla="val 450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6122F-CC13-4A0E-907D-A49086E32904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6200000"/>
            <a:gd name="adj2" fmla="val 19800000"/>
            <a:gd name="adj3" fmla="val 450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DBAD7B-5A00-4AEE-B35E-29DF4145648F}">
      <dsp:nvSpPr>
        <dsp:cNvPr id="0" name=""/>
        <dsp:cNvSpPr/>
      </dsp:nvSpPr>
      <dsp:spPr>
        <a:xfrm>
          <a:off x="1304252" y="1428141"/>
          <a:ext cx="1510399" cy="1510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ADMIN</a:t>
          </a:r>
          <a:endParaRPr lang="ar-AE" sz="2600" kern="1200" dirty="0"/>
        </a:p>
      </dsp:txBody>
      <dsp:txXfrm>
        <a:off x="1525445" y="1649334"/>
        <a:ext cx="1068013" cy="1068013"/>
      </dsp:txXfrm>
    </dsp:sp>
    <dsp:sp modelId="{5FD2BE43-9E27-49B6-A06D-FE520E72C5FD}">
      <dsp:nvSpPr>
        <dsp:cNvPr id="0" name=""/>
        <dsp:cNvSpPr/>
      </dsp:nvSpPr>
      <dsp:spPr>
        <a:xfrm>
          <a:off x="1530812" y="1701"/>
          <a:ext cx="1057279" cy="10572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Users</a:t>
          </a:r>
          <a:endParaRPr lang="ar-AE" sz="1300" kern="1200" dirty="0"/>
        </a:p>
      </dsp:txBody>
      <dsp:txXfrm>
        <a:off x="1685647" y="156536"/>
        <a:ext cx="747609" cy="747609"/>
      </dsp:txXfrm>
    </dsp:sp>
    <dsp:sp modelId="{1BA3BEAF-1546-4977-938A-A81807F1CC17}">
      <dsp:nvSpPr>
        <dsp:cNvPr id="0" name=""/>
        <dsp:cNvSpPr/>
      </dsp:nvSpPr>
      <dsp:spPr>
        <a:xfrm>
          <a:off x="2962353" y="828201"/>
          <a:ext cx="1057279" cy="10572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system Settings</a:t>
          </a:r>
          <a:endParaRPr lang="ar-AE" sz="1300" kern="1200" dirty="0"/>
        </a:p>
      </dsp:txBody>
      <dsp:txXfrm>
        <a:off x="3117188" y="983036"/>
        <a:ext cx="747609" cy="747609"/>
      </dsp:txXfrm>
    </dsp:sp>
    <dsp:sp modelId="{B24DD2BC-625A-4538-B0B1-A1A435D607AD}">
      <dsp:nvSpPr>
        <dsp:cNvPr id="0" name=""/>
        <dsp:cNvSpPr/>
      </dsp:nvSpPr>
      <dsp:spPr>
        <a:xfrm>
          <a:off x="2962353" y="2481202"/>
          <a:ext cx="1057279" cy="10572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Payment Methods</a:t>
          </a:r>
          <a:endParaRPr lang="ar-AE" sz="1300" kern="1200" dirty="0"/>
        </a:p>
      </dsp:txBody>
      <dsp:txXfrm>
        <a:off x="3117188" y="2636037"/>
        <a:ext cx="747609" cy="747609"/>
      </dsp:txXfrm>
    </dsp:sp>
    <dsp:sp modelId="{4ED98508-54AE-44ED-8FA2-D0AAACD16BC4}">
      <dsp:nvSpPr>
        <dsp:cNvPr id="0" name=""/>
        <dsp:cNvSpPr/>
      </dsp:nvSpPr>
      <dsp:spPr>
        <a:xfrm>
          <a:off x="1530812" y="3307702"/>
          <a:ext cx="1057279" cy="10572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Categories</a:t>
          </a:r>
          <a:endParaRPr lang="ar-AE" sz="1300" kern="1200" dirty="0"/>
        </a:p>
      </dsp:txBody>
      <dsp:txXfrm>
        <a:off x="1685647" y="3462537"/>
        <a:ext cx="747609" cy="747609"/>
      </dsp:txXfrm>
    </dsp:sp>
    <dsp:sp modelId="{7AE78FE2-D33B-4455-B4E0-6DC05F250BC6}">
      <dsp:nvSpPr>
        <dsp:cNvPr id="0" name=""/>
        <dsp:cNvSpPr/>
      </dsp:nvSpPr>
      <dsp:spPr>
        <a:xfrm>
          <a:off x="99272" y="2481202"/>
          <a:ext cx="1057279" cy="10572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Export Reports</a:t>
          </a:r>
          <a:endParaRPr lang="ar-AE" sz="1300" kern="1200" dirty="0"/>
        </a:p>
      </dsp:txBody>
      <dsp:txXfrm>
        <a:off x="254107" y="2636037"/>
        <a:ext cx="747609" cy="747609"/>
      </dsp:txXfrm>
    </dsp:sp>
    <dsp:sp modelId="{545E5462-EF25-4D2F-A567-D4EF4ACB713B}">
      <dsp:nvSpPr>
        <dsp:cNvPr id="0" name=""/>
        <dsp:cNvSpPr/>
      </dsp:nvSpPr>
      <dsp:spPr>
        <a:xfrm>
          <a:off x="99272" y="828201"/>
          <a:ext cx="1057279" cy="10572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View Statistics</a:t>
          </a:r>
          <a:endParaRPr lang="ar-AE" sz="1300" kern="1200" dirty="0"/>
        </a:p>
      </dsp:txBody>
      <dsp:txXfrm>
        <a:off x="254107" y="983036"/>
        <a:ext cx="747609" cy="7476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0535F-8616-40F2-B1EB-033A93565D85}">
      <dsp:nvSpPr>
        <dsp:cNvPr id="0" name=""/>
        <dsp:cNvSpPr/>
      </dsp:nvSpPr>
      <dsp:spPr>
        <a:xfrm>
          <a:off x="297276" y="572219"/>
          <a:ext cx="3524352" cy="3524352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47920A-2102-47BD-82E8-D476D26F0AF5}">
      <dsp:nvSpPr>
        <dsp:cNvPr id="0" name=""/>
        <dsp:cNvSpPr/>
      </dsp:nvSpPr>
      <dsp:spPr>
        <a:xfrm>
          <a:off x="297276" y="572219"/>
          <a:ext cx="3524352" cy="3524352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6122F-CC13-4A0E-907D-A49086E32904}">
      <dsp:nvSpPr>
        <dsp:cNvPr id="0" name=""/>
        <dsp:cNvSpPr/>
      </dsp:nvSpPr>
      <dsp:spPr>
        <a:xfrm>
          <a:off x="297276" y="572219"/>
          <a:ext cx="3524352" cy="3524352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DBAD7B-5A00-4AEE-B35E-29DF4145648F}">
      <dsp:nvSpPr>
        <dsp:cNvPr id="0" name=""/>
        <dsp:cNvSpPr/>
      </dsp:nvSpPr>
      <dsp:spPr>
        <a:xfrm>
          <a:off x="1248945" y="1523888"/>
          <a:ext cx="1621014" cy="162101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STUDENT</a:t>
          </a:r>
          <a:endParaRPr lang="ar-AE" sz="2200" kern="1200" dirty="0"/>
        </a:p>
      </dsp:txBody>
      <dsp:txXfrm>
        <a:off x="1486337" y="1761280"/>
        <a:ext cx="1146230" cy="1146230"/>
      </dsp:txXfrm>
    </dsp:sp>
    <dsp:sp modelId="{5FD2BE43-9E27-49B6-A06D-FE520E72C5FD}">
      <dsp:nvSpPr>
        <dsp:cNvPr id="0" name=""/>
        <dsp:cNvSpPr/>
      </dsp:nvSpPr>
      <dsp:spPr>
        <a:xfrm>
          <a:off x="1492097" y="45714"/>
          <a:ext cx="1134710" cy="11347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Registrations</a:t>
          </a:r>
          <a:endParaRPr lang="ar-AE" sz="1100" kern="1200" dirty="0"/>
        </a:p>
      </dsp:txBody>
      <dsp:txXfrm>
        <a:off x="1658271" y="211888"/>
        <a:ext cx="802362" cy="802362"/>
      </dsp:txXfrm>
    </dsp:sp>
    <dsp:sp modelId="{1BA3BEAF-1546-4977-938A-A81807F1CC17}">
      <dsp:nvSpPr>
        <dsp:cNvPr id="0" name=""/>
        <dsp:cNvSpPr/>
      </dsp:nvSpPr>
      <dsp:spPr>
        <a:xfrm>
          <a:off x="2982810" y="2627704"/>
          <a:ext cx="1134710" cy="11347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Ratings</a:t>
          </a:r>
          <a:endParaRPr lang="ar-AE" sz="1100" kern="1200" dirty="0"/>
        </a:p>
      </dsp:txBody>
      <dsp:txXfrm>
        <a:off x="3148984" y="2793878"/>
        <a:ext cx="802362" cy="802362"/>
      </dsp:txXfrm>
    </dsp:sp>
    <dsp:sp modelId="{B24DD2BC-625A-4538-B0B1-A1A435D607AD}">
      <dsp:nvSpPr>
        <dsp:cNvPr id="0" name=""/>
        <dsp:cNvSpPr/>
      </dsp:nvSpPr>
      <dsp:spPr>
        <a:xfrm>
          <a:off x="1384" y="2627704"/>
          <a:ext cx="1134710" cy="11347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Personal Certificates</a:t>
          </a:r>
          <a:endParaRPr lang="ar-AE" sz="1100" kern="1200" dirty="0"/>
        </a:p>
      </dsp:txBody>
      <dsp:txXfrm>
        <a:off x="167558" y="2793878"/>
        <a:ext cx="802362" cy="8023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167CC-0CC7-4DFB-9441-5AFC9186A1C5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11880000"/>
            <a:gd name="adj2" fmla="val 16200000"/>
            <a:gd name="adj3" fmla="val 463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F58ABF6-1BE1-418D-99C5-5880FA6D30FC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7560000"/>
            <a:gd name="adj2" fmla="val 11880000"/>
            <a:gd name="adj3" fmla="val 463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EC0535F-8616-40F2-B1EB-033A93565D85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3240000"/>
            <a:gd name="adj2" fmla="val 7560000"/>
            <a:gd name="adj3" fmla="val 463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47920A-2102-47BD-82E8-D476D26F0AF5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20520000"/>
            <a:gd name="adj2" fmla="val 3240000"/>
            <a:gd name="adj3" fmla="val 463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6122F-CC13-4A0E-907D-A49086E32904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16200000"/>
            <a:gd name="adj2" fmla="val 20520000"/>
            <a:gd name="adj3" fmla="val 463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DBAD7B-5A00-4AEE-B35E-29DF4145648F}">
      <dsp:nvSpPr>
        <dsp:cNvPr id="0" name=""/>
        <dsp:cNvSpPr/>
      </dsp:nvSpPr>
      <dsp:spPr>
        <a:xfrm>
          <a:off x="1302242" y="1567251"/>
          <a:ext cx="1514421" cy="15144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TEACHER</a:t>
          </a:r>
          <a:endParaRPr lang="ar-AE" sz="2100" kern="1200" dirty="0"/>
        </a:p>
      </dsp:txBody>
      <dsp:txXfrm>
        <a:off x="1524024" y="1789033"/>
        <a:ext cx="1070857" cy="1070857"/>
      </dsp:txXfrm>
    </dsp:sp>
    <dsp:sp modelId="{5FD2BE43-9E27-49B6-A06D-FE520E72C5FD}">
      <dsp:nvSpPr>
        <dsp:cNvPr id="0" name=""/>
        <dsp:cNvSpPr/>
      </dsp:nvSpPr>
      <dsp:spPr>
        <a:xfrm>
          <a:off x="1529405" y="187340"/>
          <a:ext cx="1060095" cy="106009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Courses</a:t>
          </a:r>
          <a:endParaRPr lang="ar-AE" sz="1100" kern="1200" dirty="0"/>
        </a:p>
      </dsp:txBody>
      <dsp:txXfrm>
        <a:off x="1684652" y="342587"/>
        <a:ext cx="749601" cy="749601"/>
      </dsp:txXfrm>
    </dsp:sp>
    <dsp:sp modelId="{1BA3BEAF-1546-4977-938A-A81807F1CC17}">
      <dsp:nvSpPr>
        <dsp:cNvPr id="0" name=""/>
        <dsp:cNvSpPr/>
      </dsp:nvSpPr>
      <dsp:spPr>
        <a:xfrm>
          <a:off x="3057823" y="1297801"/>
          <a:ext cx="1060095" cy="106009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Content</a:t>
          </a:r>
          <a:endParaRPr lang="ar-AE" sz="1100" kern="1200" dirty="0"/>
        </a:p>
      </dsp:txBody>
      <dsp:txXfrm>
        <a:off x="3213070" y="1453048"/>
        <a:ext cx="749601" cy="749601"/>
      </dsp:txXfrm>
    </dsp:sp>
    <dsp:sp modelId="{B24DD2BC-625A-4538-B0B1-A1A435D607AD}">
      <dsp:nvSpPr>
        <dsp:cNvPr id="0" name=""/>
        <dsp:cNvSpPr/>
      </dsp:nvSpPr>
      <dsp:spPr>
        <a:xfrm>
          <a:off x="2474019" y="3094565"/>
          <a:ext cx="1060095" cy="106009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Tests</a:t>
          </a:r>
          <a:endParaRPr lang="ar-AE" sz="1100" kern="1200" dirty="0"/>
        </a:p>
      </dsp:txBody>
      <dsp:txXfrm>
        <a:off x="2629266" y="3249812"/>
        <a:ext cx="749601" cy="749601"/>
      </dsp:txXfrm>
    </dsp:sp>
    <dsp:sp modelId="{46BD820F-D8BC-48B8-B22B-65DD452671ED}">
      <dsp:nvSpPr>
        <dsp:cNvPr id="0" name=""/>
        <dsp:cNvSpPr/>
      </dsp:nvSpPr>
      <dsp:spPr>
        <a:xfrm>
          <a:off x="584790" y="3094565"/>
          <a:ext cx="1060095" cy="106009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Certificates Requests</a:t>
          </a:r>
          <a:endParaRPr lang="ar-AE" sz="1100" kern="1200" dirty="0"/>
        </a:p>
      </dsp:txBody>
      <dsp:txXfrm>
        <a:off x="740037" y="3249812"/>
        <a:ext cx="749601" cy="749601"/>
      </dsp:txXfrm>
    </dsp:sp>
    <dsp:sp modelId="{4ED98508-54AE-44ED-8FA2-D0AAACD16BC4}">
      <dsp:nvSpPr>
        <dsp:cNvPr id="0" name=""/>
        <dsp:cNvSpPr/>
      </dsp:nvSpPr>
      <dsp:spPr>
        <a:xfrm>
          <a:off x="986" y="1297801"/>
          <a:ext cx="1060095" cy="106009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Registration Requests</a:t>
          </a:r>
          <a:endParaRPr lang="ar-AE" sz="1100" kern="1200" dirty="0"/>
        </a:p>
      </dsp:txBody>
      <dsp:txXfrm>
        <a:off x="156233" y="1453048"/>
        <a:ext cx="749601" cy="7496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E3034-A7E6-4714-B502-5CAD3F083221}">
      <dsp:nvSpPr>
        <dsp:cNvPr id="0" name=""/>
        <dsp:cNvSpPr/>
      </dsp:nvSpPr>
      <dsp:spPr>
        <a:xfrm>
          <a:off x="7820545" y="527973"/>
          <a:ext cx="505866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505866" y="164061"/>
              </a:lnTo>
              <a:lnTo>
                <a:pt x="505866" y="24074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370CC-50FB-4697-AD27-AE8182412A5E}">
      <dsp:nvSpPr>
        <dsp:cNvPr id="0" name=""/>
        <dsp:cNvSpPr/>
      </dsp:nvSpPr>
      <dsp:spPr>
        <a:xfrm>
          <a:off x="11062959" y="2827138"/>
          <a:ext cx="91440" cy="2407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2CF53B-F36B-4DDB-9511-B5DDB190CC7B}">
      <dsp:nvSpPr>
        <dsp:cNvPr id="0" name=""/>
        <dsp:cNvSpPr/>
      </dsp:nvSpPr>
      <dsp:spPr>
        <a:xfrm>
          <a:off x="10602812" y="2060750"/>
          <a:ext cx="505866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505866" y="164061"/>
              </a:lnTo>
              <a:lnTo>
                <a:pt x="505866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D8ADE1-74E7-4FA2-8813-4331120BF49E}">
      <dsp:nvSpPr>
        <dsp:cNvPr id="0" name=""/>
        <dsp:cNvSpPr/>
      </dsp:nvSpPr>
      <dsp:spPr>
        <a:xfrm>
          <a:off x="10096945" y="2060750"/>
          <a:ext cx="505866" cy="240746"/>
        </a:xfrm>
        <a:custGeom>
          <a:avLst/>
          <a:gdLst/>
          <a:ahLst/>
          <a:cxnLst/>
          <a:rect l="0" t="0" r="0" b="0"/>
          <a:pathLst>
            <a:path>
              <a:moveTo>
                <a:pt x="505866" y="0"/>
              </a:moveTo>
              <a:lnTo>
                <a:pt x="505866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CDAD20-EB07-4F7D-85B4-963E7E4F0665}">
      <dsp:nvSpPr>
        <dsp:cNvPr id="0" name=""/>
        <dsp:cNvSpPr/>
      </dsp:nvSpPr>
      <dsp:spPr>
        <a:xfrm>
          <a:off x="7314678" y="1294362"/>
          <a:ext cx="3288133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3288133" y="164061"/>
              </a:lnTo>
              <a:lnTo>
                <a:pt x="3288133" y="24074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4F3CD9-7BA1-4633-B05B-A39E4079275B}">
      <dsp:nvSpPr>
        <dsp:cNvPr id="0" name=""/>
        <dsp:cNvSpPr/>
      </dsp:nvSpPr>
      <dsp:spPr>
        <a:xfrm>
          <a:off x="9039492" y="4359914"/>
          <a:ext cx="91440" cy="2407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92A57-442C-432A-B9BF-00E70F3CC2C4}">
      <dsp:nvSpPr>
        <dsp:cNvPr id="0" name=""/>
        <dsp:cNvSpPr/>
      </dsp:nvSpPr>
      <dsp:spPr>
        <a:xfrm>
          <a:off x="9039492" y="3593526"/>
          <a:ext cx="91440" cy="2407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7E532E-1CF8-43B9-A6F6-DE5F454119B3}">
      <dsp:nvSpPr>
        <dsp:cNvPr id="0" name=""/>
        <dsp:cNvSpPr/>
      </dsp:nvSpPr>
      <dsp:spPr>
        <a:xfrm>
          <a:off x="9039492" y="2827138"/>
          <a:ext cx="91440" cy="2407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5955A-7678-4BE7-81AF-0BD88CAA260F}">
      <dsp:nvSpPr>
        <dsp:cNvPr id="0" name=""/>
        <dsp:cNvSpPr/>
      </dsp:nvSpPr>
      <dsp:spPr>
        <a:xfrm>
          <a:off x="8579345" y="2060750"/>
          <a:ext cx="505866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505866" y="164061"/>
              </a:lnTo>
              <a:lnTo>
                <a:pt x="505866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F7FC87-1910-45C2-9316-23157872F053}">
      <dsp:nvSpPr>
        <dsp:cNvPr id="0" name=""/>
        <dsp:cNvSpPr/>
      </dsp:nvSpPr>
      <dsp:spPr>
        <a:xfrm>
          <a:off x="8073478" y="2060750"/>
          <a:ext cx="505866" cy="240746"/>
        </a:xfrm>
        <a:custGeom>
          <a:avLst/>
          <a:gdLst/>
          <a:ahLst/>
          <a:cxnLst/>
          <a:rect l="0" t="0" r="0" b="0"/>
          <a:pathLst>
            <a:path>
              <a:moveTo>
                <a:pt x="505866" y="0"/>
              </a:moveTo>
              <a:lnTo>
                <a:pt x="505866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69F02-5201-4799-94FF-306430080CCB}">
      <dsp:nvSpPr>
        <dsp:cNvPr id="0" name=""/>
        <dsp:cNvSpPr/>
      </dsp:nvSpPr>
      <dsp:spPr>
        <a:xfrm>
          <a:off x="7314678" y="1294362"/>
          <a:ext cx="1264666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1264666" y="164061"/>
              </a:lnTo>
              <a:lnTo>
                <a:pt x="1264666" y="24074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A1B23-9507-4AAA-9419-A6B77BEB2492}">
      <dsp:nvSpPr>
        <dsp:cNvPr id="0" name=""/>
        <dsp:cNvSpPr/>
      </dsp:nvSpPr>
      <dsp:spPr>
        <a:xfrm>
          <a:off x="4026544" y="2060750"/>
          <a:ext cx="3035200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3035200" y="164061"/>
              </a:lnTo>
              <a:lnTo>
                <a:pt x="303520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8FDA6-9496-4F10-B719-CF341A80C163}">
      <dsp:nvSpPr>
        <dsp:cNvPr id="0" name=""/>
        <dsp:cNvSpPr/>
      </dsp:nvSpPr>
      <dsp:spPr>
        <a:xfrm>
          <a:off x="4026544" y="2060750"/>
          <a:ext cx="2023467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2023467" y="164061"/>
              </a:lnTo>
              <a:lnTo>
                <a:pt x="2023467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F2F637-0061-4C0F-AB7F-D87B914A533C}">
      <dsp:nvSpPr>
        <dsp:cNvPr id="0" name=""/>
        <dsp:cNvSpPr/>
      </dsp:nvSpPr>
      <dsp:spPr>
        <a:xfrm>
          <a:off x="4026544" y="2060750"/>
          <a:ext cx="1011733" cy="240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61"/>
              </a:lnTo>
              <a:lnTo>
                <a:pt x="1011733" y="164061"/>
              </a:lnTo>
              <a:lnTo>
                <a:pt x="1011733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EEAF21-E52F-475F-A9A1-D47C1EEA698C}">
      <dsp:nvSpPr>
        <dsp:cNvPr id="0" name=""/>
        <dsp:cNvSpPr/>
      </dsp:nvSpPr>
      <dsp:spPr>
        <a:xfrm>
          <a:off x="3980824" y="2060750"/>
          <a:ext cx="91440" cy="2407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0AEF84-F1FF-44B4-B3CE-91A0606A7F0F}">
      <dsp:nvSpPr>
        <dsp:cNvPr id="0" name=""/>
        <dsp:cNvSpPr/>
      </dsp:nvSpPr>
      <dsp:spPr>
        <a:xfrm>
          <a:off x="3014811" y="2060750"/>
          <a:ext cx="1011733" cy="240746"/>
        </a:xfrm>
        <a:custGeom>
          <a:avLst/>
          <a:gdLst/>
          <a:ahLst/>
          <a:cxnLst/>
          <a:rect l="0" t="0" r="0" b="0"/>
          <a:pathLst>
            <a:path>
              <a:moveTo>
                <a:pt x="1011733" y="0"/>
              </a:moveTo>
              <a:lnTo>
                <a:pt x="1011733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5BE597-A94E-4383-90EA-BAF95F48A25C}">
      <dsp:nvSpPr>
        <dsp:cNvPr id="0" name=""/>
        <dsp:cNvSpPr/>
      </dsp:nvSpPr>
      <dsp:spPr>
        <a:xfrm>
          <a:off x="2003077" y="2060750"/>
          <a:ext cx="2023467" cy="240746"/>
        </a:xfrm>
        <a:custGeom>
          <a:avLst/>
          <a:gdLst/>
          <a:ahLst/>
          <a:cxnLst/>
          <a:rect l="0" t="0" r="0" b="0"/>
          <a:pathLst>
            <a:path>
              <a:moveTo>
                <a:pt x="2023467" y="0"/>
              </a:moveTo>
              <a:lnTo>
                <a:pt x="2023467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FB1479-093C-460B-A4E6-0C4E58A3C7C6}">
      <dsp:nvSpPr>
        <dsp:cNvPr id="0" name=""/>
        <dsp:cNvSpPr/>
      </dsp:nvSpPr>
      <dsp:spPr>
        <a:xfrm>
          <a:off x="991344" y="2060750"/>
          <a:ext cx="3035200" cy="240746"/>
        </a:xfrm>
        <a:custGeom>
          <a:avLst/>
          <a:gdLst/>
          <a:ahLst/>
          <a:cxnLst/>
          <a:rect l="0" t="0" r="0" b="0"/>
          <a:pathLst>
            <a:path>
              <a:moveTo>
                <a:pt x="3035200" y="0"/>
              </a:moveTo>
              <a:lnTo>
                <a:pt x="3035200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32DA5-AAFB-40EB-B775-DF460F86E16B}">
      <dsp:nvSpPr>
        <dsp:cNvPr id="0" name=""/>
        <dsp:cNvSpPr/>
      </dsp:nvSpPr>
      <dsp:spPr>
        <a:xfrm>
          <a:off x="4026544" y="1294362"/>
          <a:ext cx="3288133" cy="240746"/>
        </a:xfrm>
        <a:custGeom>
          <a:avLst/>
          <a:gdLst/>
          <a:ahLst/>
          <a:cxnLst/>
          <a:rect l="0" t="0" r="0" b="0"/>
          <a:pathLst>
            <a:path>
              <a:moveTo>
                <a:pt x="3288133" y="0"/>
              </a:moveTo>
              <a:lnTo>
                <a:pt x="3288133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83E025-29FE-4782-ADAA-816169278A9C}">
      <dsp:nvSpPr>
        <dsp:cNvPr id="0" name=""/>
        <dsp:cNvSpPr/>
      </dsp:nvSpPr>
      <dsp:spPr>
        <a:xfrm>
          <a:off x="7314678" y="527973"/>
          <a:ext cx="505866" cy="240746"/>
        </a:xfrm>
        <a:custGeom>
          <a:avLst/>
          <a:gdLst/>
          <a:ahLst/>
          <a:cxnLst/>
          <a:rect l="0" t="0" r="0" b="0"/>
          <a:pathLst>
            <a:path>
              <a:moveTo>
                <a:pt x="505866" y="0"/>
              </a:moveTo>
              <a:lnTo>
                <a:pt x="505866" y="164061"/>
              </a:lnTo>
              <a:lnTo>
                <a:pt x="0" y="164061"/>
              </a:lnTo>
              <a:lnTo>
                <a:pt x="0" y="24074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743092-7379-462B-9612-37A7582AB200}">
      <dsp:nvSpPr>
        <dsp:cNvPr id="0" name=""/>
        <dsp:cNvSpPr/>
      </dsp:nvSpPr>
      <dsp:spPr>
        <a:xfrm>
          <a:off x="7406654" y="2332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315ACE9-1435-48EE-99A1-28509EC48F38}">
      <dsp:nvSpPr>
        <dsp:cNvPr id="0" name=""/>
        <dsp:cNvSpPr/>
      </dsp:nvSpPr>
      <dsp:spPr>
        <a:xfrm>
          <a:off x="7498630" y="89709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Landing Page</a:t>
          </a:r>
          <a:endParaRPr lang="ar-AE" sz="1200" kern="1200" dirty="0"/>
        </a:p>
      </dsp:txBody>
      <dsp:txXfrm>
        <a:off x="7514025" y="105104"/>
        <a:ext cx="796991" cy="494851"/>
      </dsp:txXfrm>
    </dsp:sp>
    <dsp:sp modelId="{D6FA5EE3-E9A9-412C-A3F1-8FA01B81B824}">
      <dsp:nvSpPr>
        <dsp:cNvPr id="0" name=""/>
        <dsp:cNvSpPr/>
      </dsp:nvSpPr>
      <dsp:spPr>
        <a:xfrm>
          <a:off x="6900787" y="768720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9B53F2-EF9B-472C-AD5B-898886994B2E}">
      <dsp:nvSpPr>
        <dsp:cNvPr id="0" name=""/>
        <dsp:cNvSpPr/>
      </dsp:nvSpPr>
      <dsp:spPr>
        <a:xfrm>
          <a:off x="6992763" y="856097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Login</a:t>
          </a:r>
          <a:endParaRPr lang="ar-AE" sz="1200" kern="1200" dirty="0"/>
        </a:p>
      </dsp:txBody>
      <dsp:txXfrm>
        <a:off x="7008158" y="871492"/>
        <a:ext cx="796991" cy="494851"/>
      </dsp:txXfrm>
    </dsp:sp>
    <dsp:sp modelId="{734FBBD1-73FF-4C34-AFBB-AAD3E755D4AF}">
      <dsp:nvSpPr>
        <dsp:cNvPr id="0" name=""/>
        <dsp:cNvSpPr/>
      </dsp:nvSpPr>
      <dsp:spPr>
        <a:xfrm>
          <a:off x="3612653" y="1535108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DAA7FDA-21CF-47A0-A5AE-F0C797A0F6CB}">
      <dsp:nvSpPr>
        <dsp:cNvPr id="0" name=""/>
        <dsp:cNvSpPr/>
      </dsp:nvSpPr>
      <dsp:spPr>
        <a:xfrm>
          <a:off x="3704629" y="1622485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Admin</a:t>
          </a:r>
          <a:endParaRPr lang="ar-AE" sz="1200" kern="1200" dirty="0"/>
        </a:p>
      </dsp:txBody>
      <dsp:txXfrm>
        <a:off x="3720024" y="1637880"/>
        <a:ext cx="796991" cy="494851"/>
      </dsp:txXfrm>
    </dsp:sp>
    <dsp:sp modelId="{0C5C6EB3-7597-41ED-949A-D4F9F015EA0B}">
      <dsp:nvSpPr>
        <dsp:cNvPr id="0" name=""/>
        <dsp:cNvSpPr/>
      </dsp:nvSpPr>
      <dsp:spPr>
        <a:xfrm>
          <a:off x="577453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5C3BDE0-7560-4454-A5EA-5623303BF1AE}">
      <dsp:nvSpPr>
        <dsp:cNvPr id="0" name=""/>
        <dsp:cNvSpPr/>
      </dsp:nvSpPr>
      <dsp:spPr>
        <a:xfrm>
          <a:off x="669428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Statistics</a:t>
          </a:r>
          <a:endParaRPr lang="ar-AE" sz="1200" kern="1200" dirty="0"/>
        </a:p>
      </dsp:txBody>
      <dsp:txXfrm>
        <a:off x="684823" y="2404268"/>
        <a:ext cx="796991" cy="494851"/>
      </dsp:txXfrm>
    </dsp:sp>
    <dsp:sp modelId="{BFD3E89E-9FCB-4ABE-B1C6-B5C673206997}">
      <dsp:nvSpPr>
        <dsp:cNvPr id="0" name=""/>
        <dsp:cNvSpPr/>
      </dsp:nvSpPr>
      <dsp:spPr>
        <a:xfrm>
          <a:off x="1589186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C04D4EA-FCC2-4C6B-BFD4-D583AAE5AF68}">
      <dsp:nvSpPr>
        <dsp:cNvPr id="0" name=""/>
        <dsp:cNvSpPr/>
      </dsp:nvSpPr>
      <dsp:spPr>
        <a:xfrm>
          <a:off x="1681162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Users</a:t>
          </a:r>
          <a:endParaRPr lang="ar-AE" sz="1200" kern="1200" dirty="0"/>
        </a:p>
      </dsp:txBody>
      <dsp:txXfrm>
        <a:off x="1696557" y="2404268"/>
        <a:ext cx="796991" cy="494851"/>
      </dsp:txXfrm>
    </dsp:sp>
    <dsp:sp modelId="{AD75E0E4-CDCA-4C23-A1C4-AA0C7D084961}">
      <dsp:nvSpPr>
        <dsp:cNvPr id="0" name=""/>
        <dsp:cNvSpPr/>
      </dsp:nvSpPr>
      <dsp:spPr>
        <a:xfrm>
          <a:off x="2600920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23EBFF-2282-4C55-9968-33C69DE2FB64}">
      <dsp:nvSpPr>
        <dsp:cNvPr id="0" name=""/>
        <dsp:cNvSpPr/>
      </dsp:nvSpPr>
      <dsp:spPr>
        <a:xfrm>
          <a:off x="2692895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Categories</a:t>
          </a:r>
          <a:endParaRPr lang="ar-AE" sz="1200" kern="1200" dirty="0"/>
        </a:p>
      </dsp:txBody>
      <dsp:txXfrm>
        <a:off x="2708290" y="2404268"/>
        <a:ext cx="796991" cy="494851"/>
      </dsp:txXfrm>
    </dsp:sp>
    <dsp:sp modelId="{64342F66-0BB7-4DAC-9271-47DB9C6EF6A1}">
      <dsp:nvSpPr>
        <dsp:cNvPr id="0" name=""/>
        <dsp:cNvSpPr/>
      </dsp:nvSpPr>
      <dsp:spPr>
        <a:xfrm>
          <a:off x="3612653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D0DA8EC-0445-4A82-9400-5FD6A207317A}">
      <dsp:nvSpPr>
        <dsp:cNvPr id="0" name=""/>
        <dsp:cNvSpPr/>
      </dsp:nvSpPr>
      <dsp:spPr>
        <a:xfrm>
          <a:off x="3704629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Payment Methods</a:t>
          </a:r>
          <a:endParaRPr lang="ar-AE" sz="1200" kern="1200" dirty="0"/>
        </a:p>
      </dsp:txBody>
      <dsp:txXfrm>
        <a:off x="3720024" y="2404268"/>
        <a:ext cx="796991" cy="494851"/>
      </dsp:txXfrm>
    </dsp:sp>
    <dsp:sp modelId="{5DAE0FB1-0CC8-4CF9-8B0C-FE58FE3BD1E0}">
      <dsp:nvSpPr>
        <dsp:cNvPr id="0" name=""/>
        <dsp:cNvSpPr/>
      </dsp:nvSpPr>
      <dsp:spPr>
        <a:xfrm>
          <a:off x="4624387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D477881-965B-4BD6-8F2F-BBB8E6CD9313}">
      <dsp:nvSpPr>
        <dsp:cNvPr id="0" name=""/>
        <dsp:cNvSpPr/>
      </dsp:nvSpPr>
      <dsp:spPr>
        <a:xfrm>
          <a:off x="4716362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Reports</a:t>
          </a:r>
          <a:endParaRPr lang="ar-AE" sz="1200" kern="1200" dirty="0"/>
        </a:p>
      </dsp:txBody>
      <dsp:txXfrm>
        <a:off x="4731757" y="2404268"/>
        <a:ext cx="796991" cy="494851"/>
      </dsp:txXfrm>
    </dsp:sp>
    <dsp:sp modelId="{FD43E2ED-8025-4C2E-A7A0-E52BF0698EA9}">
      <dsp:nvSpPr>
        <dsp:cNvPr id="0" name=""/>
        <dsp:cNvSpPr/>
      </dsp:nvSpPr>
      <dsp:spPr>
        <a:xfrm>
          <a:off x="5636120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E9994BB-D3EA-4900-8ADE-12ECA4FD7FF2}">
      <dsp:nvSpPr>
        <dsp:cNvPr id="0" name=""/>
        <dsp:cNvSpPr/>
      </dsp:nvSpPr>
      <dsp:spPr>
        <a:xfrm>
          <a:off x="5728096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Settings</a:t>
          </a:r>
          <a:endParaRPr lang="ar-AE" sz="1200" kern="1200" dirty="0"/>
        </a:p>
      </dsp:txBody>
      <dsp:txXfrm>
        <a:off x="5743491" y="2404268"/>
        <a:ext cx="796991" cy="494851"/>
      </dsp:txXfrm>
    </dsp:sp>
    <dsp:sp modelId="{854BA2C7-4D00-4A78-B819-E599FF99FEA8}">
      <dsp:nvSpPr>
        <dsp:cNvPr id="0" name=""/>
        <dsp:cNvSpPr/>
      </dsp:nvSpPr>
      <dsp:spPr>
        <a:xfrm>
          <a:off x="6647854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556CA3D-C248-4AA4-88D0-72FAD721B9F3}">
      <dsp:nvSpPr>
        <dsp:cNvPr id="0" name=""/>
        <dsp:cNvSpPr/>
      </dsp:nvSpPr>
      <dsp:spPr>
        <a:xfrm>
          <a:off x="6739829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Courses</a:t>
          </a:r>
          <a:endParaRPr lang="ar-AE" sz="1200" kern="1200" dirty="0"/>
        </a:p>
      </dsp:txBody>
      <dsp:txXfrm>
        <a:off x="6755224" y="2404268"/>
        <a:ext cx="796991" cy="494851"/>
      </dsp:txXfrm>
    </dsp:sp>
    <dsp:sp modelId="{73485E32-0AD6-43B8-9D27-9B2CC528FBF9}">
      <dsp:nvSpPr>
        <dsp:cNvPr id="0" name=""/>
        <dsp:cNvSpPr/>
      </dsp:nvSpPr>
      <dsp:spPr>
        <a:xfrm>
          <a:off x="8165454" y="1535108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C0C926-7BD3-409E-9B1B-BB38C266A17D}">
      <dsp:nvSpPr>
        <dsp:cNvPr id="0" name=""/>
        <dsp:cNvSpPr/>
      </dsp:nvSpPr>
      <dsp:spPr>
        <a:xfrm>
          <a:off x="8257430" y="1622485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Teacher</a:t>
          </a:r>
          <a:endParaRPr lang="ar-AE" sz="1200" kern="1200" dirty="0"/>
        </a:p>
      </dsp:txBody>
      <dsp:txXfrm>
        <a:off x="8272825" y="1637880"/>
        <a:ext cx="796991" cy="494851"/>
      </dsp:txXfrm>
    </dsp:sp>
    <dsp:sp modelId="{F378606C-887D-4D15-8AE5-53E31C3BF60E}">
      <dsp:nvSpPr>
        <dsp:cNvPr id="0" name=""/>
        <dsp:cNvSpPr/>
      </dsp:nvSpPr>
      <dsp:spPr>
        <a:xfrm>
          <a:off x="7659587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3C932E0-7176-4FC1-9C4F-91887D136C8C}">
      <dsp:nvSpPr>
        <dsp:cNvPr id="0" name=""/>
        <dsp:cNvSpPr/>
      </dsp:nvSpPr>
      <dsp:spPr>
        <a:xfrm>
          <a:off x="7751563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Statistics</a:t>
          </a:r>
          <a:endParaRPr lang="ar-AE" sz="1200" kern="1200" dirty="0"/>
        </a:p>
      </dsp:txBody>
      <dsp:txXfrm>
        <a:off x="7766958" y="2404268"/>
        <a:ext cx="796991" cy="494851"/>
      </dsp:txXfrm>
    </dsp:sp>
    <dsp:sp modelId="{F1AF4450-338E-4C93-9FDE-D1509D4AC47B}">
      <dsp:nvSpPr>
        <dsp:cNvPr id="0" name=""/>
        <dsp:cNvSpPr/>
      </dsp:nvSpPr>
      <dsp:spPr>
        <a:xfrm>
          <a:off x="8671321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186209-C2DF-46E9-9315-8E60C2171D2D}">
      <dsp:nvSpPr>
        <dsp:cNvPr id="0" name=""/>
        <dsp:cNvSpPr/>
      </dsp:nvSpPr>
      <dsp:spPr>
        <a:xfrm>
          <a:off x="8763296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Courses</a:t>
          </a:r>
          <a:endParaRPr lang="ar-AE" sz="1200" kern="1200" dirty="0"/>
        </a:p>
      </dsp:txBody>
      <dsp:txXfrm>
        <a:off x="8778691" y="2404268"/>
        <a:ext cx="796991" cy="494851"/>
      </dsp:txXfrm>
    </dsp:sp>
    <dsp:sp modelId="{E2EB9574-5A03-4B9B-9AE5-86E6FBB0E21B}">
      <dsp:nvSpPr>
        <dsp:cNvPr id="0" name=""/>
        <dsp:cNvSpPr/>
      </dsp:nvSpPr>
      <dsp:spPr>
        <a:xfrm>
          <a:off x="8671321" y="3067884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686897-A3F1-4C8D-B2D3-1D0D188D3BA1}">
      <dsp:nvSpPr>
        <dsp:cNvPr id="0" name=""/>
        <dsp:cNvSpPr/>
      </dsp:nvSpPr>
      <dsp:spPr>
        <a:xfrm>
          <a:off x="8763296" y="3155261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Content</a:t>
          </a:r>
          <a:endParaRPr lang="ar-AE" sz="1200" kern="1200" dirty="0"/>
        </a:p>
      </dsp:txBody>
      <dsp:txXfrm>
        <a:off x="8778691" y="3170656"/>
        <a:ext cx="796991" cy="494851"/>
      </dsp:txXfrm>
    </dsp:sp>
    <dsp:sp modelId="{3FEE3065-2975-4312-8EF1-35A35C155421}">
      <dsp:nvSpPr>
        <dsp:cNvPr id="0" name=""/>
        <dsp:cNvSpPr/>
      </dsp:nvSpPr>
      <dsp:spPr>
        <a:xfrm>
          <a:off x="8671321" y="3834273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CDFD57E-7444-40BF-A551-FB1F16C09629}">
      <dsp:nvSpPr>
        <dsp:cNvPr id="0" name=""/>
        <dsp:cNvSpPr/>
      </dsp:nvSpPr>
      <dsp:spPr>
        <a:xfrm>
          <a:off x="8763296" y="3921649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Quizzes</a:t>
          </a:r>
          <a:endParaRPr lang="ar-AE" sz="1200" kern="1200" dirty="0"/>
        </a:p>
      </dsp:txBody>
      <dsp:txXfrm>
        <a:off x="8778691" y="3937044"/>
        <a:ext cx="796991" cy="494851"/>
      </dsp:txXfrm>
    </dsp:sp>
    <dsp:sp modelId="{BCBAA807-CDD5-4545-A7BD-B94CDBFFAD95}">
      <dsp:nvSpPr>
        <dsp:cNvPr id="0" name=""/>
        <dsp:cNvSpPr/>
      </dsp:nvSpPr>
      <dsp:spPr>
        <a:xfrm>
          <a:off x="8671321" y="4600661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5C6FD83-1E02-4631-94F7-FBF8B50BD52D}">
      <dsp:nvSpPr>
        <dsp:cNvPr id="0" name=""/>
        <dsp:cNvSpPr/>
      </dsp:nvSpPr>
      <dsp:spPr>
        <a:xfrm>
          <a:off x="8763296" y="4688038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Questions</a:t>
          </a:r>
          <a:endParaRPr lang="ar-AE" sz="1200" kern="1200" dirty="0"/>
        </a:p>
      </dsp:txBody>
      <dsp:txXfrm>
        <a:off x="8778691" y="4703433"/>
        <a:ext cx="796991" cy="494851"/>
      </dsp:txXfrm>
    </dsp:sp>
    <dsp:sp modelId="{B1053D9A-1C56-488E-86A8-BC8F48551D24}">
      <dsp:nvSpPr>
        <dsp:cNvPr id="0" name=""/>
        <dsp:cNvSpPr/>
      </dsp:nvSpPr>
      <dsp:spPr>
        <a:xfrm>
          <a:off x="10188921" y="1535108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61542AF-F16C-4CF8-A723-16BFAC99610F}">
      <dsp:nvSpPr>
        <dsp:cNvPr id="0" name=""/>
        <dsp:cNvSpPr/>
      </dsp:nvSpPr>
      <dsp:spPr>
        <a:xfrm>
          <a:off x="10280897" y="1622485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Student</a:t>
          </a:r>
          <a:endParaRPr lang="ar-AE" sz="1200" kern="1200" dirty="0"/>
        </a:p>
      </dsp:txBody>
      <dsp:txXfrm>
        <a:off x="10296292" y="1637880"/>
        <a:ext cx="796991" cy="494851"/>
      </dsp:txXfrm>
    </dsp:sp>
    <dsp:sp modelId="{0F2E24E9-EB4D-4836-9274-9D87D726E145}">
      <dsp:nvSpPr>
        <dsp:cNvPr id="0" name=""/>
        <dsp:cNvSpPr/>
      </dsp:nvSpPr>
      <dsp:spPr>
        <a:xfrm>
          <a:off x="9683054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CDAD223-1E15-48DC-BC41-CD418CD1005B}">
      <dsp:nvSpPr>
        <dsp:cNvPr id="0" name=""/>
        <dsp:cNvSpPr/>
      </dsp:nvSpPr>
      <dsp:spPr>
        <a:xfrm>
          <a:off x="9775030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Results</a:t>
          </a:r>
          <a:endParaRPr lang="ar-AE" sz="1200" kern="1200" dirty="0"/>
        </a:p>
      </dsp:txBody>
      <dsp:txXfrm>
        <a:off x="9790425" y="2404268"/>
        <a:ext cx="796991" cy="494851"/>
      </dsp:txXfrm>
    </dsp:sp>
    <dsp:sp modelId="{98A312BD-029D-404A-855E-62C657611DBA}">
      <dsp:nvSpPr>
        <dsp:cNvPr id="0" name=""/>
        <dsp:cNvSpPr/>
      </dsp:nvSpPr>
      <dsp:spPr>
        <a:xfrm>
          <a:off x="10694788" y="2301496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9D97102-B079-4A3A-9A4D-2C547510408A}">
      <dsp:nvSpPr>
        <dsp:cNvPr id="0" name=""/>
        <dsp:cNvSpPr/>
      </dsp:nvSpPr>
      <dsp:spPr>
        <a:xfrm>
          <a:off x="10786763" y="2388873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Courses</a:t>
          </a:r>
          <a:endParaRPr lang="ar-AE" sz="1200" kern="1200" dirty="0"/>
        </a:p>
      </dsp:txBody>
      <dsp:txXfrm>
        <a:off x="10802158" y="2404268"/>
        <a:ext cx="796991" cy="494851"/>
      </dsp:txXfrm>
    </dsp:sp>
    <dsp:sp modelId="{520F7B5E-95C0-4F44-B376-AD8659483B94}">
      <dsp:nvSpPr>
        <dsp:cNvPr id="0" name=""/>
        <dsp:cNvSpPr/>
      </dsp:nvSpPr>
      <dsp:spPr>
        <a:xfrm>
          <a:off x="10694788" y="3067884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C7B0ACE-FCC8-4151-A45C-835769467EA6}">
      <dsp:nvSpPr>
        <dsp:cNvPr id="0" name=""/>
        <dsp:cNvSpPr/>
      </dsp:nvSpPr>
      <dsp:spPr>
        <a:xfrm>
          <a:off x="10786763" y="3155261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Quizzes</a:t>
          </a:r>
          <a:endParaRPr lang="ar-AE" sz="1200" kern="1200" dirty="0"/>
        </a:p>
      </dsp:txBody>
      <dsp:txXfrm>
        <a:off x="10802158" y="3170656"/>
        <a:ext cx="796991" cy="494851"/>
      </dsp:txXfrm>
    </dsp:sp>
    <dsp:sp modelId="{340800A0-9F45-4912-8BC1-3ADECEC8BC68}">
      <dsp:nvSpPr>
        <dsp:cNvPr id="0" name=""/>
        <dsp:cNvSpPr/>
      </dsp:nvSpPr>
      <dsp:spPr>
        <a:xfrm>
          <a:off x="7912521" y="768720"/>
          <a:ext cx="827781" cy="525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EBA35AB-9628-4B36-8350-4C9D6EAA89EC}">
      <dsp:nvSpPr>
        <dsp:cNvPr id="0" name=""/>
        <dsp:cNvSpPr/>
      </dsp:nvSpPr>
      <dsp:spPr>
        <a:xfrm>
          <a:off x="8004496" y="856097"/>
          <a:ext cx="827781" cy="525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Sign Up</a:t>
          </a:r>
          <a:endParaRPr lang="ar-AE" sz="1200" kern="1200" dirty="0"/>
        </a:p>
      </dsp:txBody>
      <dsp:txXfrm>
        <a:off x="8019891" y="871492"/>
        <a:ext cx="796991" cy="494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r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9A202-1E62-4B5B-A086-F0624C17D814}" type="datetimeFigureOut">
              <a:rPr lang="ar-AE" smtClean="0"/>
              <a:t>07/02/1448</a:t>
            </a:fld>
            <a:endParaRPr lang="ar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r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86566-636B-465B-BD6F-BDB4DED7E78C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95441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BAA540-A6A4-6FCD-6D2C-846752BF3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EF68A88-107A-0C66-FB5E-4F233A6E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BD8FF30-CF30-5046-A4F8-DF90BEA4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DEF2-3694-4E95-9758-846699869997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F63F43A-A37B-605A-2B45-2B3F2178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362067-5D85-1320-558D-640A023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52273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5AFF556-8E59-62C8-41B2-F25F5932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61F3C30-967E-C824-D3EA-281049B5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BAE1DC3-76B5-FDDE-F204-79ABAD30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6AC4-F134-458E-AD21-4117804A4170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11F28B0-0DFC-8566-3A0E-284462C2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4E0E7D8-157A-E73F-67F0-64827440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13199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5E76F77-EA29-760C-07A7-2206C739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C5DCB6E-CBF1-7536-DEEC-90E3609D7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8355024-571B-2C6F-933F-AEAD3D1A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EB33-2AE5-42F0-98E2-9627ECC31CB8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3AD8957-3E18-85A4-8817-1EAD8B62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BCB2D51-0774-1FA3-B682-079FE89E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006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E925F7A-7867-1737-C27E-ED4BB906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289B715-B22A-FDF3-D251-02ADBBF12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7856D31-5FEE-ED37-FB63-98A4B9844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E97F4A4-1DE4-87CE-F4FA-9F02784F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305D-ECC5-4E66-93FE-F1917E3DA9D0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46C97AD-0231-9E9A-CEB0-55651892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42E0B31-36AE-54CD-6818-48281E79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88102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AB12C4C-CB9B-6325-D6B4-61BB7D27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A4FF7CF-0D55-1102-44CC-6E75D330F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BFFBAC8-2B1C-9CDE-53D4-FE8D11DAC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3D90B03-9746-77BF-3771-C24350FEF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FAAD6CF8-DF60-F201-BC74-C176C6E49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1CC59A76-44C1-66C7-E6DF-325664F5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79FC-C8C5-4FC6-A3AB-1A65DFF1E4B1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DDF62E89-7D2F-F3A5-A010-E90BAC9F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52B91E44-2C48-2276-B549-8780F95F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0839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86EE0E-4685-2877-D851-DA831A27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D419851A-D1D2-1D14-B449-460AAA87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6DAB-1288-4399-B72E-059A866D01D4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8D69C119-44BA-F7D4-771D-95EE58BF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0CE947DD-AF7A-9D54-160E-9BCA1E68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4544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30F946E8-6A49-0175-D988-C76EA51E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A38B-394F-4043-8994-A522804708BD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318C6DD4-5156-F740-F917-D275DC1B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76EEEE3-00E9-742E-0D40-29A063F2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27835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6DD5E80-B43A-C59B-0CC0-9810E87F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76C0E7C-7C9C-F4C5-73C4-C9CA9513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9019B31-5420-9E20-17CF-FA107A01C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E7EC502-3A4A-2262-BC33-DB16605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C425-D312-4A48-ABA3-8EABDF34FF73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BA11A05-30A0-2288-3071-C3889ECB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E0FEA50-5F90-CC84-2F7E-8FD9FF6D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55306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4BF080F-F19C-5508-DECF-041AA143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FE817C5-C1EC-8E4B-9495-D880E5B8A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5ACE6CA-6E29-CB45-43B4-4ADFF1640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7E8B25D-485A-84C1-9D49-AF128234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66477-F554-444C-B0C4-891C7B70F776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BF54319-33B3-9F5F-8CF9-93B7924A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EB24678-7118-D860-A3CB-DE83E091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3954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7E44A4-1380-93FD-12AF-10364B2D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B1A65676-7954-0E2F-14F9-EDB9B27AE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F7FBB79-D6A7-F6DF-3155-D11F7C16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45A6-8416-42BF-A515-744DBAB03285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DB3F57F-829B-FF25-4A44-C302885B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6F37394-5E57-CD41-E0E4-D1148932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06548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F7D0F3AE-A9C3-1C45-7683-6F3B8254F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5074380-0A3B-068C-D97A-37885A02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0B741D1-8AD9-A216-1EB8-D888D83BD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6941-8470-4EA7-A665-04CC5A58B0A4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32DFA23-D00B-D4C7-BBDD-284CF0E1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05975CC-4AC9-A5CA-0AB4-FE8C66B2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4104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18A61C55-87C6-5E3C-516F-BAB59814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81E0BA-BF63-6958-3642-301994A82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A78ADA2-5E45-0233-1E05-6197523AE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1C7-A1FB-4C77-8464-FCFB82A7E3FB}" type="datetime8">
              <a:rPr lang="ar-AE" smtClean="0"/>
              <a:t>22 تموز، 26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2EE78CD-DBE2-1D79-1380-7DAE9678D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BD1AD06-58AB-F87B-8F70-37F5C4C1D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09241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EC4BE42B-7A9E-9EF6-8A1D-5DFF837B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728" y="149998"/>
            <a:ext cx="3188973" cy="215307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53ABC8F4-C832-0BDB-7D80-8C04CA920AD2}"/>
              </a:ext>
            </a:extLst>
          </p:cNvPr>
          <p:cNvSpPr txBox="1"/>
          <p:nvPr/>
        </p:nvSpPr>
        <p:spPr>
          <a:xfrm>
            <a:off x="1" y="587890"/>
            <a:ext cx="480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SYRIAN PRIVATE UNIVERSITY</a:t>
            </a:r>
          </a:p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&amp; INFORMATICS ENGINEERING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436E9F-C34B-0353-472D-ECB73184841E}"/>
              </a:ext>
            </a:extLst>
          </p:cNvPr>
          <p:cNvSpPr txBox="1"/>
          <p:nvPr/>
        </p:nvSpPr>
        <p:spPr>
          <a:xfrm>
            <a:off x="2953654" y="2562092"/>
            <a:ext cx="6284684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Learning Management System LMS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F3899-DB23-45D6-8D09-AF3D102B85D6}"/>
              </a:ext>
            </a:extLst>
          </p:cNvPr>
          <p:cNvSpPr txBox="1"/>
          <p:nvPr/>
        </p:nvSpPr>
        <p:spPr>
          <a:xfrm>
            <a:off x="2160266" y="3158879"/>
            <a:ext cx="7871459" cy="119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Hajar Hamza Al-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Zoubi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Sameh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Yahya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Orabi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FE65A616-8E52-48EB-8B95-E9328218810D}"/>
              </a:ext>
            </a:extLst>
          </p:cNvPr>
          <p:cNvSpPr txBox="1"/>
          <p:nvPr/>
        </p:nvSpPr>
        <p:spPr>
          <a:xfrm>
            <a:off x="4807522" y="5038581"/>
            <a:ext cx="2576945" cy="16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Dr.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Akram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Masouh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rtl="1">
              <a:lnSpc>
                <a:spcPct val="150000"/>
              </a:lnSpc>
            </a:pP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2026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9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C93F-7AC6-1DE0-A99D-8D93F534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D5C8CBBF-26AC-9479-CB50-30C3A81A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094" y="297771"/>
            <a:ext cx="5685811" cy="778554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Importance of the Project</a:t>
            </a:r>
            <a:endParaRPr lang="ar-AE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BAC08B4-B230-4F2F-8EC0-0DDDF47132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747233"/>
              </p:ext>
            </p:extLst>
          </p:nvPr>
        </p:nvGraphicFramePr>
        <p:xfrm>
          <a:off x="1916113" y="1141562"/>
          <a:ext cx="8359774" cy="5716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AA881-1AB2-4E46-AD5D-7D600C1B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2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475283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C93F-7AC6-1DE0-A99D-8D93F534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D5C8CBBF-26AC-9479-CB50-30C3A81A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094" y="297771"/>
            <a:ext cx="5685811" cy="778554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Project Objectives</a:t>
            </a:r>
            <a:endParaRPr lang="ar-AE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BAC08B4-B230-4F2F-8EC0-0DDDF47132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6859"/>
              </p:ext>
            </p:extLst>
          </p:nvPr>
        </p:nvGraphicFramePr>
        <p:xfrm>
          <a:off x="1916113" y="1141562"/>
          <a:ext cx="8359774" cy="5716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63964F-85FA-47FF-AE4C-61CFC173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3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905070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DFC9-7B17-C526-8C73-77347AF9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0A687E6E-EB7F-5301-73BE-9DA84217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154896"/>
            <a:ext cx="4467840" cy="692829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L</a:t>
            </a:r>
            <a:r>
              <a:rPr lang="en-US" dirty="0">
                <a:effectLst/>
              </a:rPr>
              <a:t>iterature Review</a:t>
            </a:r>
            <a:endParaRPr lang="ar-A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6F4BD6-E871-45BE-8814-122DBFCF5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363773"/>
              </p:ext>
            </p:extLst>
          </p:nvPr>
        </p:nvGraphicFramePr>
        <p:xfrm>
          <a:off x="838200" y="1331003"/>
          <a:ext cx="10496549" cy="485072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03108">
                  <a:extLst>
                    <a:ext uri="{9D8B030D-6E8A-4147-A177-3AD203B41FA5}">
                      <a16:colId xmlns:a16="http://schemas.microsoft.com/office/drawing/2014/main" val="3413263391"/>
                    </a:ext>
                  </a:extLst>
                </a:gridCol>
                <a:gridCol w="2832542">
                  <a:extLst>
                    <a:ext uri="{9D8B030D-6E8A-4147-A177-3AD203B41FA5}">
                      <a16:colId xmlns:a16="http://schemas.microsoft.com/office/drawing/2014/main" val="269650970"/>
                    </a:ext>
                  </a:extLst>
                </a:gridCol>
                <a:gridCol w="2229185">
                  <a:extLst>
                    <a:ext uri="{9D8B030D-6E8A-4147-A177-3AD203B41FA5}">
                      <a16:colId xmlns:a16="http://schemas.microsoft.com/office/drawing/2014/main" val="3421682173"/>
                    </a:ext>
                  </a:extLst>
                </a:gridCol>
                <a:gridCol w="1712549">
                  <a:extLst>
                    <a:ext uri="{9D8B030D-6E8A-4147-A177-3AD203B41FA5}">
                      <a16:colId xmlns:a16="http://schemas.microsoft.com/office/drawing/2014/main" val="2147897389"/>
                    </a:ext>
                  </a:extLst>
                </a:gridCol>
                <a:gridCol w="2119165">
                  <a:extLst>
                    <a:ext uri="{9D8B030D-6E8A-4147-A177-3AD203B41FA5}">
                      <a16:colId xmlns:a16="http://schemas.microsoft.com/office/drawing/2014/main" val="1140119160"/>
                    </a:ext>
                  </a:extLst>
                </a:gridCol>
              </a:tblGrid>
              <a:tr h="245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Criterion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Canvas LMS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Open edX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Moodle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Our System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15231175"/>
                  </a:ext>
                </a:extLst>
              </a:tr>
              <a:tr h="4608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User interface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4249726134"/>
                  </a:ext>
                </a:extLst>
              </a:tr>
              <a:tr h="5032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User and account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2511819648"/>
                  </a:ext>
                </a:extLst>
              </a:tr>
              <a:tr h="5384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Course and content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2937744577"/>
                  </a:ext>
                </a:extLst>
              </a:tr>
              <a:tr h="5384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Testing and evaluation system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1036094780"/>
                  </a:ext>
                </a:extLst>
              </a:tr>
              <a:tr h="7612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Certificate and documentation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3023251688"/>
                  </a:ext>
                </a:extLst>
              </a:tr>
              <a:tr h="5384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Financial aspect and payment methods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2383806417"/>
                  </a:ext>
                </a:extLst>
              </a:tr>
              <a:tr h="7612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Analytics and statistics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3766911396"/>
                  </a:ext>
                </a:extLst>
              </a:tr>
              <a:tr h="5032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Suitability for Syrian institutions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sym typeface="Webdings" panose="05030102010509060703" pitchFamily="18" charset="2"/>
                        </a:rPr>
                        <a:t>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36882293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89EDF-4415-4BD9-B97B-09C10D67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4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52232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1D41-3F7B-EE79-57BB-ABD65312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2730B18-4F8D-266B-07DA-108EDEE8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508" y="140121"/>
            <a:ext cx="7478980" cy="564730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General Requirements</a:t>
            </a:r>
            <a:endParaRPr lang="ar-AE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C10F9A9-F44C-46F3-BDBB-05A33BFCB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2412980"/>
              </p:ext>
            </p:extLst>
          </p:nvPr>
        </p:nvGraphicFramePr>
        <p:xfrm>
          <a:off x="2" y="1628773"/>
          <a:ext cx="4118905" cy="436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BA98D0A-7949-4B37-B090-F93E3AFC54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1812004"/>
              </p:ext>
            </p:extLst>
          </p:nvPr>
        </p:nvGraphicFramePr>
        <p:xfrm>
          <a:off x="4067832" y="1628773"/>
          <a:ext cx="4118905" cy="436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34ACB2E-01E3-4CCA-93DF-B969A0885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988494"/>
              </p:ext>
            </p:extLst>
          </p:nvPr>
        </p:nvGraphicFramePr>
        <p:xfrm>
          <a:off x="8073094" y="1628774"/>
          <a:ext cx="4118906" cy="436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A13B0-FF16-4771-975B-71ACA6F3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5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372186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1D41-3F7B-EE79-57BB-ABD65312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2730B18-4F8D-266B-07DA-108EDEE8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506" y="114300"/>
            <a:ext cx="7478980" cy="428625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Project’s Functional Requirements</a:t>
            </a:r>
            <a:endParaRPr lang="ar-A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7AD128-853E-4CD1-881B-F95D11266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05452"/>
              </p:ext>
            </p:extLst>
          </p:nvPr>
        </p:nvGraphicFramePr>
        <p:xfrm>
          <a:off x="3059438" y="802058"/>
          <a:ext cx="6073117" cy="6055942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474682">
                  <a:extLst>
                    <a:ext uri="{9D8B030D-6E8A-4147-A177-3AD203B41FA5}">
                      <a16:colId xmlns:a16="http://schemas.microsoft.com/office/drawing/2014/main" val="1914288731"/>
                    </a:ext>
                  </a:extLst>
                </a:gridCol>
                <a:gridCol w="3382222">
                  <a:extLst>
                    <a:ext uri="{9D8B030D-6E8A-4147-A177-3AD203B41FA5}">
                      <a16:colId xmlns:a16="http://schemas.microsoft.com/office/drawing/2014/main" val="3282113784"/>
                    </a:ext>
                  </a:extLst>
                </a:gridCol>
                <a:gridCol w="1216213">
                  <a:extLst>
                    <a:ext uri="{9D8B030D-6E8A-4147-A177-3AD203B41FA5}">
                      <a16:colId xmlns:a16="http://schemas.microsoft.com/office/drawing/2014/main" val="853087998"/>
                    </a:ext>
                  </a:extLst>
                </a:gridCol>
              </a:tblGrid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ID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Title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Priority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63243705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REQ-030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Add a test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1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687106024"/>
                  </a:ext>
                </a:extLst>
              </a:tr>
              <a:tr h="2733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REQ-031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Test adjustment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1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4247079381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REQ-032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Delete a test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1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338303084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REQ-033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Changing the test case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1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579951350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REQ-034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Test history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1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4188115961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REQ-035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Add a question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1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39998769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REQ-036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Edit a question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2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929861159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REQ-037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Delete a question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2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253416382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REQ-038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test questions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2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08211721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REQ-039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student results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2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403747259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REQ-040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performance statistics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2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902604101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REQ-041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the list of registration requests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2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138726162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REQ-042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Change the status of a registration request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3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447043255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REQ-043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the list of registrants within the course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3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590154785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REQ-044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Add a registration request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3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020691767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REQ-045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order history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3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763475614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REQ-046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Track the status of a registration request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3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824057856"/>
                  </a:ext>
                </a:extLst>
              </a:tr>
              <a:tr h="2733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REQ-047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Applying for a test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4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604863150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REQ-048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test result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4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647623362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REQ-049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the history of submitted tests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4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306320214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REQ-050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the test results log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4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4196321307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REQ-051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Request a course completion certificate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4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857274437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REQ-052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Certificate Application History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4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595648734"/>
                  </a:ext>
                </a:extLst>
              </a:tr>
              <a:tr h="2733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REQ-053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Tracking the status of a certificate request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5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5249042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REQ-054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Download the certificate document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5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818396309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REQ-055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the list of certificate requests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5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3079572135"/>
                  </a:ext>
                </a:extLst>
              </a:tr>
              <a:tr h="204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REQ-056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Change the status of a certificate request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5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321103538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REQ-057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Add a rating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5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1625725738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REQ-058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Update Rating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</a:rPr>
                        <a:t>5</a:t>
                      </a: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27613536"/>
                  </a:ext>
                </a:extLst>
              </a:tr>
              <a:tr h="1774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REQ-059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 ratings history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100" b="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0683" marR="30683" marT="0" marB="0"/>
                </a:tc>
                <a:extLst>
                  <a:ext uri="{0D108BD9-81ED-4DB2-BD59-A6C34878D82A}">
                    <a16:rowId xmlns:a16="http://schemas.microsoft.com/office/drawing/2014/main" val="53977763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3C7B6D-1900-49C5-8250-0F6A166D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6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11486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F15D-2327-9240-354A-110199CA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14562964-A212-8EA6-1607-B7BC7EF2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775" y="0"/>
            <a:ext cx="4696442" cy="580103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Project methodology</a:t>
            </a:r>
            <a:endParaRPr lang="ar-AE" dirty="0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75496F01-7C88-8797-24D0-E2F700F0A181}"/>
              </a:ext>
            </a:extLst>
          </p:cNvPr>
          <p:cNvSpPr txBox="1">
            <a:spLocks/>
          </p:cNvSpPr>
          <p:nvPr/>
        </p:nvSpPr>
        <p:spPr>
          <a:xfrm>
            <a:off x="3904632" y="811161"/>
            <a:ext cx="4382729" cy="580103"/>
          </a:xfrm>
          <a:prstGeom prst="bracketPai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1" anchor="ctr">
            <a:normAutofit fontScale="52500" lnSpcReduction="200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Incremental iterative methodology</a:t>
            </a:r>
            <a:endParaRPr lang="ar-AE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16A2BCB8-C0CA-41EA-87FA-147EED9AA2AB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" t="18050" r="40685" b="19359"/>
          <a:stretch/>
        </p:blipFill>
        <p:spPr bwMode="auto">
          <a:xfrm>
            <a:off x="2670016" y="1890077"/>
            <a:ext cx="6851967" cy="44916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ABC49-E99C-43F4-A065-87C0B5B8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7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240201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40D8-1F9B-1FBD-A99F-5F141309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1">
            <a:extLst>
              <a:ext uri="{FF2B5EF4-FFF2-40B4-BE49-F238E27FC236}">
                <a16:creationId xmlns:a16="http://schemas.microsoft.com/office/drawing/2014/main" id="{D5519EB6-9C27-4743-9A44-B8CEF8DA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171451"/>
            <a:ext cx="4382729" cy="580103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Gantt Chart</a:t>
            </a:r>
            <a:endParaRPr lang="ar-A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E4E95C-FF6D-4955-A616-2A5B71B1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8</a:t>
            </a:fld>
            <a:endParaRPr lang="ar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86C9E3-9237-49B7-8C5C-D34226E5ED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6"/>
          <a:stretch/>
        </p:blipFill>
        <p:spPr>
          <a:xfrm>
            <a:off x="1580399" y="1149667"/>
            <a:ext cx="9031199" cy="538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39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5A7F-B3EE-E189-B7E1-C9E6E977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7035134A-C8B4-4AEB-3928-552DE7D9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297771"/>
            <a:ext cx="5172690" cy="735899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Project Architecture</a:t>
            </a:r>
            <a:br>
              <a:rPr lang="en-US" dirty="0"/>
            </a:br>
            <a:r>
              <a:rPr lang="en-US" dirty="0"/>
              <a:t>MVT</a:t>
            </a:r>
            <a:endParaRPr lang="ar-AE" dirty="0"/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E59A7696-F5A3-E60E-F216-6616CDEBB41C}"/>
              </a:ext>
            </a:extLst>
          </p:cNvPr>
          <p:cNvSpPr txBox="1"/>
          <p:nvPr/>
        </p:nvSpPr>
        <p:spPr>
          <a:xfrm>
            <a:off x="94206" y="1539262"/>
            <a:ext cx="12097794" cy="88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Low" rtl="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Client: The device that sends requests to the server. can be a computer, a smartphone, or any other network-connected device.</a:t>
            </a:r>
          </a:p>
          <a:p>
            <a:pPr marL="342900" lvl="0" indent="-342900" algn="justLow" rtl="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Server: This is the device that receives requests from clients, processes them, and sends the required response.</a:t>
            </a:r>
          </a:p>
        </p:txBody>
      </p:sp>
      <p:pic>
        <p:nvPicPr>
          <p:cNvPr id="1026" name="Picture 2" descr="MVT architecture diagram showing how data flows between client and server">
            <a:extLst>
              <a:ext uri="{FF2B5EF4-FFF2-40B4-BE49-F238E27FC236}">
                <a16:creationId xmlns:a16="http://schemas.microsoft.com/office/drawing/2014/main" id="{04A41FD0-9027-4F9B-A385-3BED2F10C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156" y="2934200"/>
            <a:ext cx="8257688" cy="392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BAA22-0651-4227-AF85-A33E609E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9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316561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315937"/>
            <a:ext cx="4382729" cy="138565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Project Tools</a:t>
            </a:r>
            <a:endParaRPr lang="ar-AE" dirty="0"/>
          </a:p>
        </p:txBody>
      </p:sp>
      <p:pic>
        <p:nvPicPr>
          <p:cNvPr id="2058" name="Picture 10" descr="Bootstrap (front-end framework) - Wikipedia">
            <a:extLst>
              <a:ext uri="{FF2B5EF4-FFF2-40B4-BE49-F238E27FC236}">
                <a16:creationId xmlns:a16="http://schemas.microsoft.com/office/drawing/2014/main" id="{F868FBA1-5CC0-594A-F701-BACD46911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20" y="2232721"/>
            <a:ext cx="1324060" cy="71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850D21-95A2-770F-E02D-1284111DA1D4}"/>
              </a:ext>
            </a:extLst>
          </p:cNvPr>
          <p:cNvSpPr txBox="1"/>
          <p:nvPr/>
        </p:nvSpPr>
        <p:spPr>
          <a:xfrm>
            <a:off x="4532417" y="5551760"/>
            <a:ext cx="3126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en-US" sz="1800" kern="100" dirty="0">
                <a:effectLst/>
                <a:ea typeface="Arial" panose="020B0604020202020204" pitchFamily="34" charset="0"/>
                <a:cs typeface="Simplified Arabic" panose="02020603050405020304" pitchFamily="18" charset="-78"/>
              </a:rPr>
              <a:t>It is characterized by its flexibility, support for future expansion, ease of use, and data security.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C8520-8DA9-A0D0-2E82-B7AFF4528583}"/>
              </a:ext>
            </a:extLst>
          </p:cNvPr>
          <p:cNvSpPr txBox="1"/>
          <p:nvPr/>
        </p:nvSpPr>
        <p:spPr>
          <a:xfrm>
            <a:off x="209551" y="2128552"/>
            <a:ext cx="3836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en-US" kern="100" dirty="0">
                <a:cs typeface="Simplified Arabic" panose="02020603050405020304" pitchFamily="18" charset="-78"/>
              </a:rPr>
              <a:t>It is characterized by being a free library, used to facilitate the design of web interfaces (Frontend) in a responsive manner with page size (Responsive).</a:t>
            </a:r>
            <a:endParaRPr lang="en-US" dirty="0"/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2322C9DE-5D8F-4BC9-AF5C-546BB69D7F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8715" y="2947714"/>
            <a:ext cx="3403734" cy="1906092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E4283980-5030-41C8-8A73-41CAEE2F5B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6172" y="5551760"/>
            <a:ext cx="3403736" cy="1057275"/>
          </a:xfrm>
          <a:prstGeom prst="rect">
            <a:avLst/>
          </a:prstGeom>
        </p:spPr>
      </p:pic>
      <p:sp>
        <p:nvSpPr>
          <p:cNvPr id="18" name="مربع نص 17">
            <a:extLst>
              <a:ext uri="{FF2B5EF4-FFF2-40B4-BE49-F238E27FC236}">
                <a16:creationId xmlns:a16="http://schemas.microsoft.com/office/drawing/2014/main" id="{D1DA645B-C8B1-4E73-9010-2374B94BFD61}"/>
              </a:ext>
            </a:extLst>
          </p:cNvPr>
          <p:cNvSpPr txBox="1"/>
          <p:nvPr/>
        </p:nvSpPr>
        <p:spPr>
          <a:xfrm>
            <a:off x="8578715" y="1651845"/>
            <a:ext cx="3351625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 rtl="0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It features a wide range of presets that achieve savings in time and effort costs.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1CB033-2B33-46E5-A15F-7305A933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10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91933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DCDF-F950-617B-597D-50D86E1D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7878A8-EBFF-9D23-F703-966F7A7D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208" y="306105"/>
            <a:ext cx="6599583" cy="208245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Use Case Diagram</a:t>
            </a:r>
            <a:endParaRPr lang="ar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E8BAB-B3A9-4E71-B1B7-D1E960681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487" y="668704"/>
            <a:ext cx="5399025" cy="618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7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398" y="373087"/>
            <a:ext cx="7125008" cy="714992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Use Case Documentation</a:t>
            </a:r>
            <a:br>
              <a:rPr lang="en-US" dirty="0"/>
            </a:br>
            <a:r>
              <a:rPr lang="en-US" sz="4400" dirty="0">
                <a:solidFill>
                  <a:srgbClr val="000000"/>
                </a:solidFill>
                <a:effectLst/>
              </a:rPr>
              <a:t>Add a registration request</a:t>
            </a:r>
            <a:endParaRPr lang="ar-A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AECD35-6F13-4B31-A330-2C74D410C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13351"/>
              </p:ext>
            </p:extLst>
          </p:nvPr>
        </p:nvGraphicFramePr>
        <p:xfrm>
          <a:off x="2694354" y="1652048"/>
          <a:ext cx="7383096" cy="470430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188598">
                  <a:extLst>
                    <a:ext uri="{9D8B030D-6E8A-4147-A177-3AD203B41FA5}">
                      <a16:colId xmlns:a16="http://schemas.microsoft.com/office/drawing/2014/main" val="2325246074"/>
                    </a:ext>
                  </a:extLst>
                </a:gridCol>
                <a:gridCol w="6194498">
                  <a:extLst>
                    <a:ext uri="{9D8B030D-6E8A-4147-A177-3AD203B41FA5}">
                      <a16:colId xmlns:a16="http://schemas.microsoft.com/office/drawing/2014/main" val="4160610006"/>
                    </a:ext>
                  </a:extLst>
                </a:gridCol>
              </a:tblGrid>
              <a:tr h="294752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REQ-044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6381447"/>
                  </a:ext>
                </a:extLst>
              </a:tr>
              <a:tr h="294752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Use Case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Add a registration request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1762025"/>
                  </a:ext>
                </a:extLst>
              </a:tr>
              <a:tr h="294752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Submitting a new course entry registration request by a student for a specific course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6718982"/>
                  </a:ext>
                </a:extLst>
              </a:tr>
              <a:tr h="294752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Actors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Student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7126073"/>
                  </a:ext>
                </a:extLst>
              </a:tr>
              <a:tr h="363841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Pre-Conditions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Login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8354112"/>
                  </a:ext>
                </a:extLst>
              </a:tr>
              <a:tr h="624715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Subsequent-Conditions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Successful completion of the operation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444566"/>
                  </a:ext>
                </a:extLst>
              </a:tr>
              <a:tr h="1912024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Main Flow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Student opens a specific course detail view and selects the "Enroll in Course" option.</a:t>
                      </a:r>
                    </a:p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The system checks global settings flags to ensure access boundaries.</a:t>
                      </a:r>
                    </a:p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The system maps a new Enrollment object connecting the Student ID with the Course ID.</a:t>
                      </a:r>
                    </a:p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The record is stored, and an update confirmation is shown.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8745297"/>
                  </a:ext>
                </a:extLst>
              </a:tr>
              <a:tr h="624715"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Alternative Flow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If the platform administrator has disabled new entries via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</a:rPr>
                        <a:t>SystemSettings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, the process is blocked and an error alert appears.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185726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B9AE8D-BF4E-4C2E-B952-0D82F194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12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0309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026" y="136525"/>
            <a:ext cx="7037558" cy="587375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rtl="0"/>
            <a:r>
              <a:rPr lang="en-US" sz="2400" dirty="0"/>
              <a:t>Activity Diagram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effectLst/>
              </a:rPr>
              <a:t>Add a registration request</a:t>
            </a:r>
            <a:endParaRPr lang="ar-AE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1A801F-2B86-403B-AFD6-825B1D82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13</a:t>
            </a:fld>
            <a:endParaRPr lang="ar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11930-89D8-484B-BEBC-35263E13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212" y="985837"/>
            <a:ext cx="6505575" cy="566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8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315937"/>
            <a:ext cx="4172565" cy="714992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2800" dirty="0"/>
              <a:t>Sequence Diagram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effectLst/>
              </a:rPr>
              <a:t>Add a registration request</a:t>
            </a:r>
            <a:endParaRPr lang="ar-A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49121-5A89-42E5-83DB-5F17B8008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319" y="1613522"/>
            <a:ext cx="5571361" cy="45396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17EC8-7B56-4DAC-8DE8-D0D4C4B3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14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668592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315937"/>
            <a:ext cx="4172565" cy="714992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Class Diagram</a:t>
            </a:r>
            <a:endParaRPr lang="ar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93CF5-2FD3-4BFE-9000-5858DE437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6760" y="1524000"/>
            <a:ext cx="7092657" cy="510591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540FB-1F31-4B8A-BB8B-756EBEC1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15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6441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315937"/>
            <a:ext cx="4172565" cy="714992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ERD</a:t>
            </a:r>
            <a:endParaRPr lang="ar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BBE4D-ADB4-4E2E-99A2-A7FC8C4FF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2776" y="2254512"/>
            <a:ext cx="9226447" cy="35557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59BCB5-4467-4BBF-B623-7C77E13D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16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111651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67" y="182587"/>
            <a:ext cx="4210665" cy="34128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Interfaces Diagram</a:t>
            </a:r>
            <a:endParaRPr lang="ar-AE" dirty="0"/>
          </a:p>
        </p:txBody>
      </p:sp>
      <p:graphicFrame>
        <p:nvGraphicFramePr>
          <p:cNvPr id="6" name="رسم تخطيطي 2">
            <a:extLst>
              <a:ext uri="{FF2B5EF4-FFF2-40B4-BE49-F238E27FC236}">
                <a16:creationId xmlns:a16="http://schemas.microsoft.com/office/drawing/2014/main" id="{42933B0D-81D9-44C2-A082-C74157BD8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498078"/>
              </p:ext>
            </p:extLst>
          </p:nvPr>
        </p:nvGraphicFramePr>
        <p:xfrm>
          <a:off x="0" y="1641988"/>
          <a:ext cx="12191999" cy="5216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7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67" y="182587"/>
            <a:ext cx="4210665" cy="34128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Test Cases</a:t>
            </a:r>
            <a:endParaRPr lang="ar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46A35A-280D-49FB-AC2D-0569CAC2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6457"/>
              </p:ext>
            </p:extLst>
          </p:nvPr>
        </p:nvGraphicFramePr>
        <p:xfrm>
          <a:off x="193039" y="835660"/>
          <a:ext cx="11805920" cy="5704460"/>
        </p:xfrm>
        <a:graphic>
          <a:graphicData uri="http://schemas.openxmlformats.org/drawingml/2006/table">
            <a:tbl>
              <a:tblPr rtl="1" firstRow="1" firstCol="1" bandRow="1">
                <a:tableStyleId>{BDBED569-4797-4DF1-A0F4-6AAB3CD982D8}</a:tableStyleId>
              </a:tblPr>
              <a:tblGrid>
                <a:gridCol w="1165271">
                  <a:extLst>
                    <a:ext uri="{9D8B030D-6E8A-4147-A177-3AD203B41FA5}">
                      <a16:colId xmlns:a16="http://schemas.microsoft.com/office/drawing/2014/main" val="548249331"/>
                    </a:ext>
                  </a:extLst>
                </a:gridCol>
                <a:gridCol w="1745184">
                  <a:extLst>
                    <a:ext uri="{9D8B030D-6E8A-4147-A177-3AD203B41FA5}">
                      <a16:colId xmlns:a16="http://schemas.microsoft.com/office/drawing/2014/main" val="2830542759"/>
                    </a:ext>
                  </a:extLst>
                </a:gridCol>
                <a:gridCol w="1745184">
                  <a:extLst>
                    <a:ext uri="{9D8B030D-6E8A-4147-A177-3AD203B41FA5}">
                      <a16:colId xmlns:a16="http://schemas.microsoft.com/office/drawing/2014/main" val="2324685967"/>
                    </a:ext>
                  </a:extLst>
                </a:gridCol>
                <a:gridCol w="2520648">
                  <a:extLst>
                    <a:ext uri="{9D8B030D-6E8A-4147-A177-3AD203B41FA5}">
                      <a16:colId xmlns:a16="http://schemas.microsoft.com/office/drawing/2014/main" val="3134516065"/>
                    </a:ext>
                  </a:extLst>
                </a:gridCol>
                <a:gridCol w="1743810">
                  <a:extLst>
                    <a:ext uri="{9D8B030D-6E8A-4147-A177-3AD203B41FA5}">
                      <a16:colId xmlns:a16="http://schemas.microsoft.com/office/drawing/2014/main" val="380848738"/>
                    </a:ext>
                  </a:extLst>
                </a:gridCol>
                <a:gridCol w="1939380">
                  <a:extLst>
                    <a:ext uri="{9D8B030D-6E8A-4147-A177-3AD203B41FA5}">
                      <a16:colId xmlns:a16="http://schemas.microsoft.com/office/drawing/2014/main" val="2617358506"/>
                    </a:ext>
                  </a:extLst>
                </a:gridCol>
                <a:gridCol w="946443">
                  <a:extLst>
                    <a:ext uri="{9D8B030D-6E8A-4147-A177-3AD203B41FA5}">
                      <a16:colId xmlns:a16="http://schemas.microsoft.com/office/drawing/2014/main" val="1849184377"/>
                    </a:ext>
                  </a:extLst>
                </a:gridCol>
              </a:tblGrid>
              <a:tr h="171655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Expected Result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Test Data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Test Steps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Pre-Conditions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387876975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Test record created and linked to the course.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Title: Python Quiz 1</a:t>
                      </a:r>
                      <a:b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Duration: 30 mins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1. Go to Course Tests.</a:t>
                      </a:r>
                      <a:b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2. Click "Add Test".</a:t>
                      </a:r>
                      <a:b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3. Fill Title, Duration, and Passing Score.</a:t>
                      </a:r>
                      <a:b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4. Click Save.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Teacher is logged in, Course exists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Add a test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TC-30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2510477545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Test data updated successfully in DB.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Duration: 45 mins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1. Click "Edit" on a test.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2. Modify Title or Duration.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3. Click Save.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Test exists, Teacher is logged 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Test adjustment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3445595726"/>
                  </a:ext>
                </a:extLst>
              </a:tr>
              <a:tr h="714168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Test and associated questions are removed from DB.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1. Click "Delete" on a test.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2. Confirm deletion.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Test exists, Teacher is logged 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Delete a test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TC-32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3261220949"/>
                  </a:ext>
                </a:extLst>
              </a:tr>
              <a:tr h="714168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Test status updated; hidden from students if inactive.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Status: Inactive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1. Locate test in list.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2. Toggle status to Inactive/Active.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3. Save.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Test exists, Teacher is logged 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Change test status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TC-33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129314423"/>
                  </a:ext>
                </a:extLst>
              </a:tr>
              <a:tr h="53362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List of all tests created by the teacher is displayed.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1. Navigate to "Test History" page.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Teacher is logged in, Tests exist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View Test history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1919345167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Question saved in QuestionBank model and linked to test.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Question: What is Django?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Correct: 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1. Open Test details.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2. Click "Add Question".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3. Enter Question text, options, and correct answer.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4. Save.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Test exists, Teacher is logged 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Add a question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112880077"/>
                  </a:ext>
                </a:extLst>
              </a:tr>
              <a:tr h="53362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Question updated successfully in DB.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Question: What is Python?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1. Click "Edit" on a question.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2. Modify text or options.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3. Save.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Question exists, Teacher is logged 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Edit a question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TC-36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3715000162"/>
                  </a:ext>
                </a:extLst>
              </a:tr>
              <a:tr h="353090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Question removed from the test.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1. Click "Delete" on a question.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2. Confirm.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Question exists, Teacher is logged in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Delete a question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</a:rPr>
                        <a:t>TC-37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extLst>
                  <a:ext uri="{0D108BD9-81ED-4DB2-BD59-A6C34878D82A}">
                    <a16:rowId xmlns:a16="http://schemas.microsoft.com/office/drawing/2014/main" val="3151485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36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67" y="182587"/>
            <a:ext cx="4210665" cy="34128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RTM</a:t>
            </a:r>
            <a:endParaRPr lang="ar-A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AEF30B-5D2A-4928-9A35-7303B0CD4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55543"/>
              </p:ext>
            </p:extLst>
          </p:nvPr>
        </p:nvGraphicFramePr>
        <p:xfrm>
          <a:off x="1485899" y="1143001"/>
          <a:ext cx="9220201" cy="5133978"/>
        </p:xfrm>
        <a:graphic>
          <a:graphicData uri="http://schemas.openxmlformats.org/drawingml/2006/table">
            <a:tbl>
              <a:tblPr rtl="1" firstRow="1" firstCol="1" bandRow="1">
                <a:tableStyleId>{BDBED569-4797-4DF1-A0F4-6AAB3CD982D8}</a:tableStyleId>
              </a:tblPr>
              <a:tblGrid>
                <a:gridCol w="918523">
                  <a:extLst>
                    <a:ext uri="{9D8B030D-6E8A-4147-A177-3AD203B41FA5}">
                      <a16:colId xmlns:a16="http://schemas.microsoft.com/office/drawing/2014/main" val="3631606919"/>
                    </a:ext>
                  </a:extLst>
                </a:gridCol>
                <a:gridCol w="1130407">
                  <a:extLst>
                    <a:ext uri="{9D8B030D-6E8A-4147-A177-3AD203B41FA5}">
                      <a16:colId xmlns:a16="http://schemas.microsoft.com/office/drawing/2014/main" val="405829905"/>
                    </a:ext>
                  </a:extLst>
                </a:gridCol>
                <a:gridCol w="824600">
                  <a:extLst>
                    <a:ext uri="{9D8B030D-6E8A-4147-A177-3AD203B41FA5}">
                      <a16:colId xmlns:a16="http://schemas.microsoft.com/office/drawing/2014/main" val="1283864320"/>
                    </a:ext>
                  </a:extLst>
                </a:gridCol>
                <a:gridCol w="1596770">
                  <a:extLst>
                    <a:ext uri="{9D8B030D-6E8A-4147-A177-3AD203B41FA5}">
                      <a16:colId xmlns:a16="http://schemas.microsoft.com/office/drawing/2014/main" val="4246670845"/>
                    </a:ext>
                  </a:extLst>
                </a:gridCol>
                <a:gridCol w="1499567">
                  <a:extLst>
                    <a:ext uri="{9D8B030D-6E8A-4147-A177-3AD203B41FA5}">
                      <a16:colId xmlns:a16="http://schemas.microsoft.com/office/drawing/2014/main" val="4029574835"/>
                    </a:ext>
                  </a:extLst>
                </a:gridCol>
                <a:gridCol w="2166889">
                  <a:extLst>
                    <a:ext uri="{9D8B030D-6E8A-4147-A177-3AD203B41FA5}">
                      <a16:colId xmlns:a16="http://schemas.microsoft.com/office/drawing/2014/main" val="135066648"/>
                    </a:ext>
                  </a:extLst>
                </a:gridCol>
                <a:gridCol w="1083445">
                  <a:extLst>
                    <a:ext uri="{9D8B030D-6E8A-4147-A177-3AD203B41FA5}">
                      <a16:colId xmlns:a16="http://schemas.microsoft.com/office/drawing/2014/main" val="2879338930"/>
                    </a:ext>
                  </a:extLst>
                </a:gridCol>
              </a:tblGrid>
              <a:tr h="428688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System Test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Detailed Design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High Level Design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SRS Section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Associated Dependency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chemeClr val="tx1"/>
                          </a:solidFill>
                          <a:effectLst/>
                        </a:rPr>
                        <a:t>Title</a:t>
                      </a:r>
                      <a:endParaRPr lang="en-US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902679594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TC-30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Add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Add a test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2931785356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TC-31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Edit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Test adjustment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3146965779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TC-32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Delete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Delete a test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REQ-032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4222958741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TC-33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Edit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Change test status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REQ-033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1170216185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TC-34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View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View Test history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4088468145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TC-35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Add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Add a question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1846710168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TC-36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Edit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Edit a question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REQ-036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1851869215"/>
                  </a:ext>
                </a:extLst>
              </a:tr>
              <a:tr h="623072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2F5496"/>
                          </a:solidFill>
                          <a:effectLst/>
                        </a:rPr>
                        <a:t>TC-37</a:t>
                      </a:r>
                      <a:endParaRPr lang="en-US" sz="1100" u="sng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sequence-15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 dirty="0">
                          <a:solidFill>
                            <a:srgbClr val="4472C4"/>
                          </a:solidFill>
                          <a:effectLst/>
                        </a:rPr>
                        <a:t>activity-15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Requirements modeling and analysis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191970"/>
                          </a:solidFill>
                          <a:effectLst/>
                        </a:rPr>
                        <a:t>Delete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Delete a question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</a:rPr>
                        <a:t>REQ-037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/>
                </a:tc>
                <a:extLst>
                  <a:ext uri="{0D108BD9-81ED-4DB2-BD59-A6C34878D82A}">
                    <a16:rowId xmlns:a16="http://schemas.microsoft.com/office/drawing/2014/main" val="363760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60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1274</TotalTime>
  <Words>1189</Words>
  <Application>Microsoft Office PowerPoint</Application>
  <PresentationFormat>Widescreen</PresentationFormat>
  <Paragraphs>378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Times New Roman</vt:lpstr>
      <vt:lpstr>Webdings</vt:lpstr>
      <vt:lpstr>نسق Office</vt:lpstr>
      <vt:lpstr>PowerPoint Presentation</vt:lpstr>
      <vt:lpstr>Importance of the Project</vt:lpstr>
      <vt:lpstr>Project Objectives</vt:lpstr>
      <vt:lpstr>Literature Review</vt:lpstr>
      <vt:lpstr>General Requirements</vt:lpstr>
      <vt:lpstr>Project’s Functional Requirements</vt:lpstr>
      <vt:lpstr>Project methodology</vt:lpstr>
      <vt:lpstr>Gantt Chart</vt:lpstr>
      <vt:lpstr>Project Architecture MVT</vt:lpstr>
      <vt:lpstr>Project Tools</vt:lpstr>
      <vt:lpstr>Use Case Diagram</vt:lpstr>
      <vt:lpstr>Use Case Documentation Add a registration request</vt:lpstr>
      <vt:lpstr>Activity Diagram Add a registration request</vt:lpstr>
      <vt:lpstr>Sequence Diagram Add a registration request</vt:lpstr>
      <vt:lpstr>Class Diagram</vt:lpstr>
      <vt:lpstr>ERD</vt:lpstr>
      <vt:lpstr>Interfaces Diagram</vt:lpstr>
      <vt:lpstr>Test Cases</vt:lpstr>
      <vt:lpstr>RTM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belal haidar</dc:creator>
  <cp:lastModifiedBy>belal haidar</cp:lastModifiedBy>
  <cp:revision>865</cp:revision>
  <dcterms:created xsi:type="dcterms:W3CDTF">2024-04-25T09:30:05Z</dcterms:created>
  <dcterms:modified xsi:type="dcterms:W3CDTF">2026-07-22T19:15:21Z</dcterms:modified>
</cp:coreProperties>
</file>